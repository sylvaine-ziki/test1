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3"/>
  </p:notesMasterIdLst>
  <p:sldIdLst>
    <p:sldId id="214747874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0" d="100"/>
          <a:sy n="110" d="100"/>
        </p:scale>
        <p:origin x="1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2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8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LOGO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0" y="4967926"/>
            <a:ext cx="12192000" cy="1890074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2185988" y="5903997"/>
            <a:ext cx="7820026" cy="5623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点击此处输入日期</a:t>
            </a:r>
          </a:p>
        </p:txBody>
      </p:sp>
      <p:grpSp>
        <p:nvGrpSpPr>
          <p:cNvPr id="17" name="组合 12" hidden="1"/>
          <p:cNvGrpSpPr/>
          <p:nvPr/>
        </p:nvGrpSpPr>
        <p:grpSpPr>
          <a:xfrm>
            <a:off x="5113576" y="5389393"/>
            <a:ext cx="1954381" cy="461665"/>
            <a:chOff x="5063701" y="4502064"/>
            <a:chExt cx="1954381" cy="46166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782886" y="4619336"/>
              <a:ext cx="0" cy="23400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9"/>
            <p:cNvSpPr/>
            <p:nvPr/>
          </p:nvSpPr>
          <p:spPr>
            <a:xfrm>
              <a:off x="5063701" y="4502064"/>
              <a:ext cx="19543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1000"/>
                </a:spcBef>
              </a:pPr>
              <a:r>
                <a:rPr lang="zh-CN" altLang="en-US" sz="20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和君   和德咨询</a:t>
              </a:r>
            </a:p>
          </p:txBody>
        </p:sp>
      </p:grp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6078" y="1677720"/>
            <a:ext cx="9979844" cy="2008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5000" b="1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2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1106078" y="3938887"/>
            <a:ext cx="9979844" cy="610659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500" b="1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点击此处输入副标题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590" y="5389393"/>
            <a:ext cx="2072820" cy="53649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16" y="639501"/>
            <a:ext cx="2502082" cy="49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2724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双LOGO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4967926"/>
            <a:ext cx="12192000" cy="1890074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2185988" y="5903997"/>
            <a:ext cx="7820026" cy="5623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点击此处输入日期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6078" y="1677720"/>
            <a:ext cx="9979844" cy="2008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5000" b="1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21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1106078" y="3938887"/>
            <a:ext cx="9979844" cy="610659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500" b="1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点击此处输入副标题</a:t>
            </a:r>
          </a:p>
        </p:txBody>
      </p:sp>
      <p:grpSp>
        <p:nvGrpSpPr>
          <p:cNvPr id="17" name="组合 12" hidden="1"/>
          <p:cNvGrpSpPr/>
          <p:nvPr/>
        </p:nvGrpSpPr>
        <p:grpSpPr>
          <a:xfrm>
            <a:off x="5113576" y="5389393"/>
            <a:ext cx="1954381" cy="461665"/>
            <a:chOff x="5063701" y="4502064"/>
            <a:chExt cx="1954381" cy="46166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782886" y="4619336"/>
              <a:ext cx="0" cy="23400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9"/>
            <p:cNvSpPr/>
            <p:nvPr/>
          </p:nvSpPr>
          <p:spPr>
            <a:xfrm>
              <a:off x="5063701" y="4502064"/>
              <a:ext cx="19543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1000"/>
                </a:spcBef>
              </a:pPr>
              <a:r>
                <a:rPr lang="zh-CN" altLang="en-US" sz="20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和君   和德咨询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590" y="5389393"/>
            <a:ext cx="2072820" cy="53649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19" y="639501"/>
            <a:ext cx="2502082" cy="4977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919" y="391620"/>
            <a:ext cx="1837125" cy="10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412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93230" y="0"/>
            <a:ext cx="1435694" cy="1395413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93230" y="387308"/>
            <a:ext cx="1435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100" baseline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2726358" y="2036040"/>
            <a:ext cx="7872412" cy="4317623"/>
          </a:xfrm>
        </p:spPr>
        <p:txBody>
          <a:bodyPr>
            <a:noAutofit/>
          </a:bodyPr>
          <a:lstStyle>
            <a:lvl1pPr marL="791845" indent="-571500">
              <a:lnSpc>
                <a:spcPct val="220000"/>
              </a:lnSpc>
              <a:spcBef>
                <a:spcPts val="0"/>
              </a:spcBef>
              <a:buFont typeface="+mj-lt"/>
              <a:buAutoNum type="arabicPeriod"/>
              <a:defRPr sz="2400"/>
            </a:lvl1pPr>
          </a:lstStyle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en-US" altLang="zh-CN"/>
          </a:p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1661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2187671" y="1621410"/>
            <a:ext cx="1607011" cy="1887982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0">
                <a:solidFill>
                  <a:srgbClr val="AE0B2A"/>
                </a:solidFill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34381" y="2019300"/>
            <a:ext cx="8257619" cy="109220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4213782" y="2152454"/>
            <a:ext cx="7797264" cy="825500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这里是一级标题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4213781" y="3298610"/>
            <a:ext cx="5335031" cy="181133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zh-CN" altLang="en-US"/>
              <a:t>这里是二级标题</a:t>
            </a:r>
            <a:endParaRPr lang="en-US" altLang="zh-CN"/>
          </a:p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8302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l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3" name="矩形 2"/>
          <p:cNvSpPr/>
          <p:nvPr/>
        </p:nvSpPr>
        <p:spPr>
          <a:xfrm>
            <a:off x="163698" y="286373"/>
            <a:ext cx="144000" cy="14400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3698" y="498986"/>
            <a:ext cx="144000" cy="1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3698" y="717539"/>
            <a:ext cx="144000" cy="14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1" name="文本占位符 12"/>
          <p:cNvSpPr>
            <a:spLocks noGrp="1"/>
          </p:cNvSpPr>
          <p:nvPr>
            <p:ph type="body" sz="quarter" idx="17" hasCustomPrompt="1"/>
          </p:nvPr>
        </p:nvSpPr>
        <p:spPr>
          <a:xfrm>
            <a:off x="362939" y="6419654"/>
            <a:ext cx="8290687" cy="302191"/>
          </a:xfrm>
        </p:spPr>
        <p:txBody>
          <a:bodyPr anchor="ctr">
            <a:noAutofit/>
          </a:bodyPr>
          <a:lstStyle>
            <a:lvl1pPr marL="243205" indent="-171450" algn="just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思源黑体 CN Regular" panose="020B0500000000000000" pitchFamily="34" charset="-122"/>
              <a:buChar char="▲"/>
              <a:defRPr lang="zh-CN" altLang="en-US" sz="1000" b="0" i="0" smtClean="0">
                <a:solidFill>
                  <a:schemeClr val="tx1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86260" y="6492875"/>
            <a:ext cx="39127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5A9D9505-1D6F-4B4F-B43E-BC243E5FC42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464" y="6508751"/>
            <a:ext cx="1370796" cy="20655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2036424" y="6508751"/>
            <a:ext cx="155576" cy="206558"/>
          </a:xfrm>
          <a:prstGeom prst="rect">
            <a:avLst/>
          </a:prstGeom>
          <a:solidFill>
            <a:srgbClr val="A41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59182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LOGO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6099143" y="1517719"/>
            <a:ext cx="0" cy="2340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060" y="1309769"/>
            <a:ext cx="2755900" cy="2755900"/>
          </a:xfrm>
          <a:prstGeom prst="rect">
            <a:avLst/>
          </a:prstGeom>
          <a:effectLst/>
        </p:spPr>
      </p:pic>
      <p:grpSp>
        <p:nvGrpSpPr>
          <p:cNvPr id="9" name="组合 8"/>
          <p:cNvGrpSpPr/>
          <p:nvPr/>
        </p:nvGrpSpPr>
        <p:grpSpPr>
          <a:xfrm>
            <a:off x="2712619" y="4430483"/>
            <a:ext cx="6764220" cy="888866"/>
            <a:chOff x="2761024" y="4324972"/>
            <a:chExt cx="6764220" cy="888866"/>
          </a:xfrm>
        </p:grpSpPr>
        <p:sp>
          <p:nvSpPr>
            <p:cNvPr id="11" name="流程图: 过程 10"/>
            <p:cNvSpPr/>
            <p:nvPr/>
          </p:nvSpPr>
          <p:spPr>
            <a:xfrm>
              <a:off x="2761024" y="4324972"/>
              <a:ext cx="6764220" cy="888866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16510" y="4462884"/>
              <a:ext cx="6453552" cy="6451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3600" b="1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陪跑产业领袖    咨询壮我中华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791" y="1498469"/>
            <a:ext cx="2490862" cy="24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6492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双LOGO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712619" y="4430483"/>
            <a:ext cx="6764220" cy="888866"/>
            <a:chOff x="2761024" y="4324972"/>
            <a:chExt cx="6764220" cy="888866"/>
          </a:xfrm>
        </p:grpSpPr>
        <p:sp>
          <p:nvSpPr>
            <p:cNvPr id="5" name="流程图: 过程 4"/>
            <p:cNvSpPr/>
            <p:nvPr/>
          </p:nvSpPr>
          <p:spPr>
            <a:xfrm>
              <a:off x="2761024" y="4324972"/>
              <a:ext cx="6764220" cy="888866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16510" y="4462884"/>
              <a:ext cx="6453552" cy="6451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3600" b="1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陪跑产业领袖    咨询壮我中华</a:t>
              </a:r>
            </a:p>
          </p:txBody>
        </p:sp>
      </p:grpSp>
      <p:cxnSp>
        <p:nvCxnSpPr>
          <p:cNvPr id="10" name="直接连接符 9"/>
          <p:cNvCxnSpPr/>
          <p:nvPr/>
        </p:nvCxnSpPr>
        <p:spPr>
          <a:xfrm flipV="1">
            <a:off x="6099143" y="1517719"/>
            <a:ext cx="0" cy="2340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795" y="1498469"/>
            <a:ext cx="2490862" cy="24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9928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深色引导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4223385" y="2503807"/>
            <a:ext cx="4064000" cy="6699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sz="2800" spc="500">
                <a:solidFill>
                  <a:srgbClr val="F2EEEA"/>
                </a:solidFill>
                <a:uFillTx/>
                <a:cs typeface="微软雅黑" panose="020B0503020204020204" charset="-122"/>
                <a:sym typeface="+mn-ea"/>
              </a:rPr>
              <a:t>请输入标题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 hasCustomPrompt="1"/>
          </p:nvPr>
        </p:nvSpPr>
        <p:spPr>
          <a:xfrm>
            <a:off x="4223386" y="3173732"/>
            <a:ext cx="5958205" cy="181800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思源黑体 CN Regular" panose="020B0500000000000000" pitchFamily="34" charset="-122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spc="70">
                <a:solidFill>
                  <a:schemeClr val="bg1"/>
                </a:solidFill>
                <a:uFillTx/>
                <a:latin typeface="微软雅黑" panose="020B0503020204020204" charset="-122"/>
                <a:sym typeface="+mn-ea"/>
              </a:rPr>
              <a:t>小标题或概括语、小标题或概括语、小标题或概括语</a:t>
            </a: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spc="70">
                <a:solidFill>
                  <a:schemeClr val="bg1"/>
                </a:solidFill>
                <a:uFillTx/>
                <a:latin typeface="微软雅黑" panose="020B0503020204020204" charset="-122"/>
                <a:sym typeface="+mn-ea"/>
              </a:rPr>
              <a:t>小标题或概括语、小标题或概括语</a:t>
            </a: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94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浅色图表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961237" y="575636"/>
            <a:ext cx="10392563" cy="427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内容占位符 9" descr="插入内容"/>
          <p:cNvSpPr>
            <a:spLocks noGrp="1"/>
          </p:cNvSpPr>
          <p:nvPr>
            <p:ph sz="quarter" idx="14" hasCustomPrompt="1"/>
          </p:nvPr>
        </p:nvSpPr>
        <p:spPr>
          <a:xfrm>
            <a:off x="1115007" y="1289676"/>
            <a:ext cx="10085021" cy="49926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latin typeface="黑体" panose="02010609060101010101" charset="-122"/>
                <a:ea typeface="黑体" panose="02010609060101010101" charset="-122"/>
              </a:defRPr>
            </a:lvl1pPr>
            <a:lvl2pPr>
              <a:lnSpc>
                <a:spcPct val="150000"/>
              </a:lnSpc>
              <a:defRPr sz="1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lnSpc>
                <a:spcPct val="150000"/>
              </a:lnSpc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lnSpc>
                <a:spcPct val="150000"/>
              </a:lnSpc>
              <a:defRPr sz="11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lnSpc>
                <a:spcPct val="150000"/>
              </a:lnSpc>
              <a:defRPr sz="11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图表内容页</a:t>
            </a:r>
          </a:p>
        </p:txBody>
      </p:sp>
    </p:spTree>
    <p:extLst>
      <p:ext uri="{BB962C8B-B14F-4D97-AF65-F5344CB8AC3E}">
        <p14:creationId xmlns:p14="http://schemas.microsoft.com/office/powerpoint/2010/main" val="119638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白色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34436" y="575636"/>
            <a:ext cx="11486091" cy="4242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内容占位符 9"/>
          <p:cNvSpPr>
            <a:spLocks noGrp="1"/>
          </p:cNvSpPr>
          <p:nvPr>
            <p:ph sz="quarter" idx="14"/>
          </p:nvPr>
        </p:nvSpPr>
        <p:spPr>
          <a:xfrm>
            <a:off x="758825" y="1216025"/>
            <a:ext cx="10656888" cy="499268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>
                <a:latin typeface="黑体" panose="02010609060101010101" charset="-122"/>
                <a:ea typeface="黑体" panose="02010609060101010101" charset="-122"/>
              </a:defRPr>
            </a:lvl1pPr>
            <a:lvl2pPr>
              <a:lnSpc>
                <a:spcPct val="150000"/>
              </a:lnSpc>
              <a:defRPr sz="1400">
                <a:latin typeface="黑体" panose="02010609060101010101" charset="-122"/>
                <a:ea typeface="黑体" panose="02010609060101010101" charset="-122"/>
              </a:defRPr>
            </a:lvl2pPr>
            <a:lvl3pPr>
              <a:lnSpc>
                <a:spcPct val="150000"/>
              </a:lnSpc>
              <a:defRPr sz="1200">
                <a:latin typeface="黑体" panose="02010609060101010101" charset="-122"/>
                <a:ea typeface="黑体" panose="02010609060101010101" charset="-122"/>
              </a:defRPr>
            </a:lvl3pPr>
            <a:lvl4pPr>
              <a:lnSpc>
                <a:spcPct val="150000"/>
              </a:lnSpc>
              <a:defRPr sz="1100">
                <a:latin typeface="黑体" panose="02010609060101010101" charset="-122"/>
                <a:ea typeface="黑体" panose="02010609060101010101" charset="-122"/>
              </a:defRPr>
            </a:lvl4pPr>
            <a:lvl5pPr>
              <a:lnSpc>
                <a:spcPct val="150000"/>
              </a:lnSpc>
              <a:defRPr sz="1100">
                <a:latin typeface="黑体" panose="02010609060101010101" charset="-122"/>
                <a:ea typeface="黑体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0158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34436" y="575636"/>
            <a:ext cx="11486090" cy="424284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66763" y="1233488"/>
            <a:ext cx="10636250" cy="4983162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6858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/>
              <a:t>正文通常为</a:t>
            </a:r>
            <a:r>
              <a:rPr lang="en-US" altLang="zh-CN"/>
              <a:t>16</a:t>
            </a:r>
            <a:r>
              <a:rPr lang="zh-CN" altLang="en-US"/>
              <a:t>号字</a:t>
            </a:r>
            <a:endParaRPr lang="en-US" altLang="zh-CN"/>
          </a:p>
          <a:p>
            <a:pPr lvl="1"/>
            <a:r>
              <a:rPr lang="zh-CN" altLang="en-US"/>
              <a:t>也可以为</a:t>
            </a:r>
            <a:r>
              <a:rPr lang="en-US" altLang="zh-CN"/>
              <a:t>14</a:t>
            </a:r>
            <a:r>
              <a:rPr lang="zh-CN" altLang="en-US"/>
              <a:t>号字</a:t>
            </a:r>
            <a:endParaRPr lang="en-US" altLang="zh-CN"/>
          </a:p>
          <a:p>
            <a:pPr lvl="2"/>
            <a:r>
              <a:rPr lang="zh-CN" altLang="en-US"/>
              <a:t>注释等用</a:t>
            </a:r>
            <a:r>
              <a:rPr lang="en-US" altLang="zh-CN"/>
              <a:t>12</a:t>
            </a:r>
            <a:r>
              <a:rPr lang="zh-CN" altLang="en-US"/>
              <a:t>号字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-1993757" y="1233488"/>
            <a:ext cx="1993757" cy="497418"/>
          </a:xfrm>
          <a:prstGeom prst="rect">
            <a:avLst/>
          </a:prstGeom>
          <a:solidFill>
            <a:srgbClr val="09728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1.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主色调：千里江山蓝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1" name="矩形 10"/>
          <p:cNvSpPr/>
          <p:nvPr/>
        </p:nvSpPr>
        <p:spPr>
          <a:xfrm>
            <a:off x="-1992515" y="1829065"/>
            <a:ext cx="1993757" cy="497418"/>
          </a:xfrm>
          <a:prstGeom prst="rect">
            <a:avLst/>
          </a:prstGeom>
          <a:solidFill>
            <a:srgbClr val="5B9AB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2.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主色调：天青色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2" name="矩形 11"/>
          <p:cNvSpPr/>
          <p:nvPr/>
        </p:nvSpPr>
        <p:spPr>
          <a:xfrm>
            <a:off x="-1992514" y="2424642"/>
            <a:ext cx="1993756" cy="497418"/>
          </a:xfrm>
          <a:prstGeom prst="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3.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辅色调：水墨灰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3" name="矩形 12"/>
          <p:cNvSpPr/>
          <p:nvPr/>
        </p:nvSpPr>
        <p:spPr>
          <a:xfrm>
            <a:off x="-1993796" y="4211373"/>
            <a:ext cx="1993756" cy="497418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备用橙</a:t>
            </a:r>
          </a:p>
        </p:txBody>
      </p:sp>
      <p:sp>
        <p:nvSpPr>
          <p:cNvPr id="14" name="矩形 13"/>
          <p:cNvSpPr/>
          <p:nvPr/>
        </p:nvSpPr>
        <p:spPr>
          <a:xfrm>
            <a:off x="-1992514" y="3020219"/>
            <a:ext cx="1993756" cy="497418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4.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辅色调：深空灰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内部文字黑色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1631147" y="6580189"/>
            <a:ext cx="4389437" cy="2778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资料来源：</a:t>
            </a:r>
          </a:p>
        </p:txBody>
      </p:sp>
      <p:sp>
        <p:nvSpPr>
          <p:cNvPr id="15" name="矩形 14"/>
          <p:cNvSpPr/>
          <p:nvPr/>
        </p:nvSpPr>
        <p:spPr>
          <a:xfrm>
            <a:off x="-1992514" y="3615796"/>
            <a:ext cx="1993756" cy="497418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推荐红</a:t>
            </a:r>
          </a:p>
        </p:txBody>
      </p:sp>
    </p:spTree>
    <p:extLst>
      <p:ext uri="{BB962C8B-B14F-4D97-AF65-F5344CB8AC3E}">
        <p14:creationId xmlns:p14="http://schemas.microsoft.com/office/powerpoint/2010/main" val="205014001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30859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660" y="114300"/>
            <a:ext cx="9664063" cy="975086"/>
          </a:xfrm>
        </p:spPr>
        <p:txBody>
          <a:bodyPr anchor="ctr">
            <a:normAutofit/>
          </a:bodyPr>
          <a:lstStyle>
            <a:lvl1pPr algn="just">
              <a:lnSpc>
                <a:spcPct val="120000"/>
              </a:lnSpc>
              <a:defRPr sz="2400" b="1" spc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标题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589660" y="6442326"/>
            <a:ext cx="9949100" cy="250833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数据来源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584994" y="1238665"/>
            <a:ext cx="11022012" cy="396583"/>
          </a:xfrm>
        </p:spPr>
        <p:txBody>
          <a:bodyPr anchor="t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说明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665" y="102754"/>
            <a:ext cx="1612176" cy="9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02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445" imgH="4445" progId="TCLayout.ActiveDocument.1">
                  <p:embed/>
                </p:oleObj>
              </mc:Choice>
              <mc:Fallback>
                <p:oleObj name="think-cell 幻灯片" r:id="rId3" imgW="4445" imgH="4445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926" y="0"/>
            <a:ext cx="11211080" cy="1089386"/>
          </a:xfrm>
        </p:spPr>
        <p:txBody>
          <a:bodyPr anchor="ctr">
            <a:normAutofit/>
          </a:bodyPr>
          <a:lstStyle>
            <a:lvl1pPr marL="71755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0" kern="1200" spc="0" baseline="0" dirty="0">
                <a:solidFill>
                  <a:schemeClr val="dk1">
                    <a:lumMod val="10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589660" y="6442326"/>
            <a:ext cx="9949100" cy="250833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800">
                <a:solidFill>
                  <a:schemeClr val="dk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数据来源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584994" y="1238665"/>
            <a:ext cx="11022012" cy="402354"/>
          </a:xfrm>
        </p:spPr>
        <p:txBody>
          <a:bodyPr anchor="t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dk1">
                    <a:lumMod val="100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说明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63698" y="286373"/>
            <a:ext cx="144000" cy="575166"/>
            <a:chOff x="163698" y="286373"/>
            <a:chExt cx="144000" cy="575166"/>
          </a:xfrm>
        </p:grpSpPr>
        <p:sp>
          <p:nvSpPr>
            <p:cNvPr id="15" name="矩形 14"/>
            <p:cNvSpPr/>
            <p:nvPr userDrawn="1"/>
          </p:nvSpPr>
          <p:spPr>
            <a:xfrm>
              <a:off x="163698" y="286373"/>
              <a:ext cx="144000" cy="144000"/>
            </a:xfrm>
            <a:prstGeom prst="rect">
              <a:avLst/>
            </a:prstGeom>
            <a:solidFill>
              <a:srgbClr val="AE0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63698" y="498986"/>
              <a:ext cx="144000" cy="1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63698" y="717539"/>
              <a:ext cx="144000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21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页（客户logo）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1" y="2514600"/>
            <a:ext cx="10516235" cy="995680"/>
          </a:xfrm>
          <a:prstGeom prst="rect">
            <a:avLst/>
          </a:prstGeom>
        </p:spPr>
        <p:txBody>
          <a:bodyPr anchor="b"/>
          <a:lstStyle>
            <a:lvl1pPr algn="l">
              <a:defRPr sz="4800" b="1" u="none" strike="noStrike" kern="1200" cap="none" spc="1000" normalizeH="0">
                <a:solidFill>
                  <a:srgbClr val="F2EEEA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05630"/>
            <a:ext cx="9829800" cy="51054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rgbClr val="F2EEE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4" name="图片 3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235" y="578485"/>
            <a:ext cx="1355725" cy="98234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0534650" y="781050"/>
            <a:ext cx="0" cy="605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114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334435" y="566372"/>
            <a:ext cx="11523133" cy="29553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45" b="1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431978" y="4054764"/>
            <a:ext cx="11425591" cy="157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zh-CN" altLang="en-US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7074" y="40006"/>
            <a:ext cx="632460" cy="4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20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配色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/Users/hejun/Desktop/2023集团简介/未标题-1235601.jpg未标题-12356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7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15" imgH="5715" progId="TCLayout.ActiveDocument.1">
                  <p:embed/>
                </p:oleObj>
              </mc:Choice>
              <mc:Fallback>
                <p:oleObj name="think-cell 幻灯片" r:id="rId3" imgW="5715" imgH="5715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06800" y="262800"/>
            <a:ext cx="10225704" cy="357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 b="1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noProof="0"/>
              <a:t>点击添加标题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11191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9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11424" y="384000"/>
            <a:ext cx="10944573" cy="38400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just">
              <a:lnSpc>
                <a:spcPct val="90000"/>
              </a:lnSpc>
              <a:defRPr lang="zh-CN" altLang="en-US" sz="2665" b="1" baseline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19111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9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35997" y="384000"/>
            <a:ext cx="11520000" cy="38400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just">
              <a:lnSpc>
                <a:spcPct val="90000"/>
              </a:lnSpc>
              <a:defRPr lang="zh-CN" altLang="en-US" sz="2665" b="1" baseline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28296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 userDrawn="1">
  <p:cSld name="5_浅色图表内容页">
    <p:bg>
      <p:bgPr>
        <a:blipFill rotWithShape="1">
          <a:blip ns2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2">
            <a:extLst>
              <a:ext uri="{FF2B5EF4-FFF2-40B4-BE49-F238E27FC236}">
                <ns3:creationId id="{ACA15B17-0E3D-4B40-95AB-FE28C3B4A4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7" name="Title 1">
            <a:extLst>
              <a:ext uri="{FF2B5EF4-FFF2-40B4-BE49-F238E27FC236}">
                <ns3:creationId id="{382643F2-9551-3A4F-BB51-C8AD9B212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just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2" name="文本占位符 12">
            <a:extLst>
              <a:ext uri="{FF2B5EF4-FFF2-40B4-BE49-F238E27FC236}">
                <ns3:creationId id="{BFDF0BEE-5E85-F1C9-1CEA-6019F31EA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939" y="6419654"/>
            <a:ext cx="8290687" cy="302191"/>
          </a:xfrm>
        </p:spPr>
        <p:txBody>
          <a:bodyPr anchor="ctr">
            <a:noAutofit/>
          </a:bodyPr>
          <a:lstStyle>
            <a:lvl1pPr marL="243205" indent="-171450" algn="just">
              <a:lnSpc>
                <a:spcPct val="125000"/>
              </a:lnSpc>
              <a:spcBef>
                <a:spcPts val="0"/>
              </a:spcBef>
              <a:buClr>
                <a:srgbClr val="AD0B29"/>
              </a:buClr>
              <a:buFont typeface="思源黑体 CN Regular" panose="020B0500000000000000" pitchFamily="34" charset="-122"/>
              <a:buChar char="▲"/>
              <a:defRPr lang="zh-CN" altLang="en-US" sz="1000" b="0" i="0" smtClean="0">
                <a:solidFill>
                  <a:schemeClr val="tx1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</p:spTree>
    <p:extLst>
      <p:ext uri="{BB962C8B-B14F-4D97-AF65-F5344CB8AC3E}">
        <ns4:creationId val="1207168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目录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100821" y="2263141"/>
            <a:ext cx="18618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i="0">
                <a:solidFill>
                  <a:srgbClr val="F2EEEA"/>
                </a:solidFill>
                <a:latin typeface="思源黑体 CN Bold" panose="020B0800000000000000" pitchFamily="34" charset="-128"/>
                <a:ea typeface="思源黑体 CN Bold" panose="020B0800000000000000" pitchFamily="34" charset="-128"/>
                <a:cs typeface="黑体" panose="02010609060101010101" charset="-122"/>
              </a:rPr>
              <a:t>目录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76121" y="3265170"/>
            <a:ext cx="211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0">
                <a:solidFill>
                  <a:srgbClr val="F2EEEA"/>
                </a:solidFill>
                <a:latin typeface="思源黑体 CN Bold" panose="020B0800000000000000" pitchFamily="34" charset="-128"/>
                <a:ea typeface="思源黑体 CN Bold" panose="020B0800000000000000" pitchFamily="34" charset="-128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98249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浅色图表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2">
            <a:extLst>
              <a:ext uri="{FF2B5EF4-FFF2-40B4-BE49-F238E27FC236}">
                <a16:creationId xmlns:a16="http://schemas.microsoft.com/office/drawing/2014/main" id="{ACA15B17-0E3D-4B40-95AB-FE28C3B4A4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2643F2-9551-3A4F-BB51-C8AD9B212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just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4D645F97-D432-734E-A00D-75DD69EB701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3626" y="6457766"/>
            <a:ext cx="8280000" cy="264079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</p:spTree>
    <p:extLst>
      <p:ext uri="{BB962C8B-B14F-4D97-AF65-F5344CB8AC3E}">
        <p14:creationId xmlns:p14="http://schemas.microsoft.com/office/powerpoint/2010/main" val="285404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9801119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6" imgW="9525" imgH="9525" progId="TCLayout.ActiveDocument.1">
                  <p:embed/>
                </p:oleObj>
              </mc:Choice>
              <mc:Fallback>
                <p:oleObj name="think-cell 幻灯片" r:id="rId26" imgW="9525" imgH="9525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9660" y="245013"/>
            <a:ext cx="11119740" cy="975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589660" y="1397000"/>
            <a:ext cx="11119740" cy="477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1672976" y="6461371"/>
            <a:ext cx="302587" cy="24730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0" tIns="0" rIns="0" bIns="0" anchor="ctr"/>
          <a:lstStyle>
            <a:lvl1pPr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2156BDE0-6CB6-4065-B19E-61BC22ABE07D}" type="slidenum">
              <a:rPr lang="de-DE" altLang="zh-CN" sz="100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‹#›</a:t>
            </a:fld>
            <a:endParaRPr lang="de-DE" altLang="zh-CN" sz="100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95692" y="241918"/>
            <a:ext cx="593889" cy="1321980"/>
            <a:chOff x="12311406" y="0"/>
            <a:chExt cx="593889" cy="2036192"/>
          </a:xfrm>
        </p:grpSpPr>
        <p:sp>
          <p:nvSpPr>
            <p:cNvPr id="10" name="矩形 9"/>
            <p:cNvSpPr/>
            <p:nvPr/>
          </p:nvSpPr>
          <p:spPr>
            <a:xfrm>
              <a:off x="12311406" y="0"/>
              <a:ext cx="197963" cy="48076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509369" y="0"/>
              <a:ext cx="197963" cy="48076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2707332" y="0"/>
              <a:ext cx="197963" cy="4807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2311406" y="518475"/>
              <a:ext cx="197963" cy="4807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509369" y="518475"/>
              <a:ext cx="197963" cy="48076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2707332" y="518475"/>
              <a:ext cx="197963" cy="48076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311407" y="1036950"/>
              <a:ext cx="197962" cy="48076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2509370" y="1036950"/>
              <a:ext cx="197962" cy="48076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2707333" y="1036950"/>
              <a:ext cx="197962" cy="48076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2311407" y="1555425"/>
              <a:ext cx="197962" cy="48076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2509370" y="1555425"/>
              <a:ext cx="197962" cy="480767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2707333" y="1555425"/>
              <a:ext cx="197962" cy="480767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2099301" y="-28281"/>
            <a:ext cx="986673" cy="27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快速配色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099301" y="1740518"/>
            <a:ext cx="986673" cy="27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配色示例</a:t>
            </a:r>
          </a:p>
        </p:txBody>
      </p:sp>
      <p:sp>
        <p:nvSpPr>
          <p:cNvPr id="23" name="Freeform 4"/>
          <p:cNvSpPr/>
          <p:nvPr/>
        </p:nvSpPr>
        <p:spPr bwMode="auto">
          <a:xfrm>
            <a:off x="12331317" y="2009572"/>
            <a:ext cx="570830" cy="539193"/>
          </a:xfrm>
          <a:custGeom>
            <a:avLst/>
            <a:gdLst>
              <a:gd name="T0" fmla="*/ 218 w 1319"/>
              <a:gd name="T1" fmla="*/ 1220 h 1317"/>
              <a:gd name="T2" fmla="*/ 346 w 1319"/>
              <a:gd name="T3" fmla="*/ 1238 h 1317"/>
              <a:gd name="T4" fmla="*/ 496 w 1319"/>
              <a:gd name="T5" fmla="*/ 1297 h 1317"/>
              <a:gd name="T6" fmla="*/ 659 w 1319"/>
              <a:gd name="T7" fmla="*/ 1316 h 1317"/>
              <a:gd name="T8" fmla="*/ 856 w 1319"/>
              <a:gd name="T9" fmla="*/ 1288 h 1317"/>
              <a:gd name="T10" fmla="*/ 1028 w 1319"/>
              <a:gd name="T11" fmla="*/ 1205 h 1317"/>
              <a:gd name="T12" fmla="*/ 1168 w 1319"/>
              <a:gd name="T13" fmla="*/ 1077 h 1317"/>
              <a:gd name="T14" fmla="*/ 1255 w 1319"/>
              <a:gd name="T15" fmla="*/ 944 h 1317"/>
              <a:gd name="T16" fmla="*/ 1306 w 1319"/>
              <a:gd name="T17" fmla="*/ 791 h 1317"/>
              <a:gd name="T18" fmla="*/ 1318 w 1319"/>
              <a:gd name="T19" fmla="*/ 625 h 1317"/>
              <a:gd name="T20" fmla="*/ 1306 w 1319"/>
              <a:gd name="T21" fmla="*/ 526 h 1317"/>
              <a:gd name="T22" fmla="*/ 1279 w 1319"/>
              <a:gd name="T23" fmla="*/ 433 h 1317"/>
              <a:gd name="T24" fmla="*/ 1239 w 1319"/>
              <a:gd name="T25" fmla="*/ 346 h 1317"/>
              <a:gd name="T26" fmla="*/ 1125 w 1319"/>
              <a:gd name="T27" fmla="*/ 194 h 1317"/>
              <a:gd name="T28" fmla="*/ 973 w 1319"/>
              <a:gd name="T29" fmla="*/ 80 h 1317"/>
              <a:gd name="T30" fmla="*/ 886 w 1319"/>
              <a:gd name="T31" fmla="*/ 40 h 1317"/>
              <a:gd name="T32" fmla="*/ 793 w 1319"/>
              <a:gd name="T33" fmla="*/ 13 h 1317"/>
              <a:gd name="T34" fmla="*/ 694 w 1319"/>
              <a:gd name="T35" fmla="*/ 1 h 1317"/>
              <a:gd name="T36" fmla="*/ 559 w 1319"/>
              <a:gd name="T37" fmla="*/ 8 h 1317"/>
              <a:gd name="T38" fmla="*/ 464 w 1319"/>
              <a:gd name="T39" fmla="*/ 30 h 1317"/>
              <a:gd name="T40" fmla="*/ 375 w 1319"/>
              <a:gd name="T41" fmla="*/ 64 h 1317"/>
              <a:gd name="T42" fmla="*/ 241 w 1319"/>
              <a:gd name="T43" fmla="*/ 151 h 1317"/>
              <a:gd name="T44" fmla="*/ 113 w 1319"/>
              <a:gd name="T45" fmla="*/ 291 h 1317"/>
              <a:gd name="T46" fmla="*/ 52 w 1319"/>
              <a:gd name="T47" fmla="*/ 403 h 1317"/>
              <a:gd name="T48" fmla="*/ 21 w 1319"/>
              <a:gd name="T49" fmla="*/ 494 h 1317"/>
              <a:gd name="T50" fmla="*/ 3 w 1319"/>
              <a:gd name="T51" fmla="*/ 591 h 1317"/>
              <a:gd name="T52" fmla="*/ 4 w 1319"/>
              <a:gd name="T53" fmla="*/ 728 h 1317"/>
              <a:gd name="T54" fmla="*/ 55 w 1319"/>
              <a:gd name="T55" fmla="*/ 921 h 1317"/>
              <a:gd name="T56" fmla="*/ 159 w 1319"/>
              <a:gd name="T57" fmla="*/ 1087 h 1317"/>
              <a:gd name="T58" fmla="*/ 416 w 1319"/>
              <a:gd name="T59" fmla="*/ 895 h 1317"/>
              <a:gd name="T60" fmla="*/ 359 w 1319"/>
              <a:gd name="T61" fmla="*/ 817 h 1317"/>
              <a:gd name="T62" fmla="*/ 327 w 1319"/>
              <a:gd name="T63" fmla="*/ 726 h 1317"/>
              <a:gd name="T64" fmla="*/ 322 w 1319"/>
              <a:gd name="T65" fmla="*/ 624 h 1317"/>
              <a:gd name="T66" fmla="*/ 347 w 1319"/>
              <a:gd name="T67" fmla="*/ 527 h 1317"/>
              <a:gd name="T68" fmla="*/ 399 w 1319"/>
              <a:gd name="T69" fmla="*/ 443 h 1317"/>
              <a:gd name="T70" fmla="*/ 471 w 1319"/>
              <a:gd name="T71" fmla="*/ 378 h 1317"/>
              <a:gd name="T72" fmla="*/ 559 w 1319"/>
              <a:gd name="T73" fmla="*/ 335 h 1317"/>
              <a:gd name="T74" fmla="*/ 659 w 1319"/>
              <a:gd name="T75" fmla="*/ 320 h 1317"/>
              <a:gd name="T76" fmla="*/ 760 w 1319"/>
              <a:gd name="T77" fmla="*/ 335 h 1317"/>
              <a:gd name="T78" fmla="*/ 849 w 1319"/>
              <a:gd name="T79" fmla="*/ 378 h 1317"/>
              <a:gd name="T80" fmla="*/ 921 w 1319"/>
              <a:gd name="T81" fmla="*/ 443 h 1317"/>
              <a:gd name="T82" fmla="*/ 972 w 1319"/>
              <a:gd name="T83" fmla="*/ 527 h 1317"/>
              <a:gd name="T84" fmla="*/ 997 w 1319"/>
              <a:gd name="T85" fmla="*/ 624 h 1317"/>
              <a:gd name="T86" fmla="*/ 992 w 1319"/>
              <a:gd name="T87" fmla="*/ 727 h 1317"/>
              <a:gd name="T88" fmla="*/ 958 w 1319"/>
              <a:gd name="T89" fmla="*/ 820 h 1317"/>
              <a:gd name="T90" fmla="*/ 899 w 1319"/>
              <a:gd name="T91" fmla="*/ 898 h 1317"/>
              <a:gd name="T92" fmla="*/ 820 w 1319"/>
              <a:gd name="T93" fmla="*/ 957 h 1317"/>
              <a:gd name="T94" fmla="*/ 727 w 1319"/>
              <a:gd name="T95" fmla="*/ 991 h 1317"/>
              <a:gd name="T96" fmla="*/ 612 w 1319"/>
              <a:gd name="T97" fmla="*/ 994 h 1317"/>
              <a:gd name="T98" fmla="*/ 482 w 1319"/>
              <a:gd name="T99" fmla="*/ 948 h 1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319" h="1317">
                <a:moveTo>
                  <a:pt x="518" y="912"/>
                </a:moveTo>
                <a:lnTo>
                  <a:pt x="280" y="973"/>
                </a:lnTo>
                <a:lnTo>
                  <a:pt x="218" y="1220"/>
                </a:lnTo>
                <a:lnTo>
                  <a:pt x="256" y="1181"/>
                </a:lnTo>
                <a:lnTo>
                  <a:pt x="300" y="1211"/>
                </a:lnTo>
                <a:lnTo>
                  <a:pt x="346" y="1238"/>
                </a:lnTo>
                <a:lnTo>
                  <a:pt x="394" y="1262"/>
                </a:lnTo>
                <a:lnTo>
                  <a:pt x="443" y="1281"/>
                </a:lnTo>
                <a:lnTo>
                  <a:pt x="496" y="1297"/>
                </a:lnTo>
                <a:lnTo>
                  <a:pt x="549" y="1308"/>
                </a:lnTo>
                <a:lnTo>
                  <a:pt x="603" y="1316"/>
                </a:lnTo>
                <a:lnTo>
                  <a:pt x="659" y="1316"/>
                </a:lnTo>
                <a:lnTo>
                  <a:pt x="727" y="1315"/>
                </a:lnTo>
                <a:lnTo>
                  <a:pt x="793" y="1304"/>
                </a:lnTo>
                <a:lnTo>
                  <a:pt x="856" y="1288"/>
                </a:lnTo>
                <a:lnTo>
                  <a:pt x="915" y="1266"/>
                </a:lnTo>
                <a:lnTo>
                  <a:pt x="973" y="1238"/>
                </a:lnTo>
                <a:lnTo>
                  <a:pt x="1028" y="1205"/>
                </a:lnTo>
                <a:lnTo>
                  <a:pt x="1079" y="1167"/>
                </a:lnTo>
                <a:lnTo>
                  <a:pt x="1125" y="1124"/>
                </a:lnTo>
                <a:lnTo>
                  <a:pt x="1168" y="1077"/>
                </a:lnTo>
                <a:lnTo>
                  <a:pt x="1207" y="1026"/>
                </a:lnTo>
                <a:lnTo>
                  <a:pt x="1239" y="972"/>
                </a:lnTo>
                <a:lnTo>
                  <a:pt x="1255" y="944"/>
                </a:lnTo>
                <a:lnTo>
                  <a:pt x="1267" y="915"/>
                </a:lnTo>
                <a:lnTo>
                  <a:pt x="1289" y="854"/>
                </a:lnTo>
                <a:lnTo>
                  <a:pt x="1306" y="791"/>
                </a:lnTo>
                <a:lnTo>
                  <a:pt x="1315" y="726"/>
                </a:lnTo>
                <a:lnTo>
                  <a:pt x="1317" y="659"/>
                </a:lnTo>
                <a:lnTo>
                  <a:pt x="1318" y="625"/>
                </a:lnTo>
                <a:lnTo>
                  <a:pt x="1315" y="591"/>
                </a:lnTo>
                <a:lnTo>
                  <a:pt x="1311" y="559"/>
                </a:lnTo>
                <a:lnTo>
                  <a:pt x="1306" y="526"/>
                </a:lnTo>
                <a:lnTo>
                  <a:pt x="1299" y="494"/>
                </a:lnTo>
                <a:lnTo>
                  <a:pt x="1289" y="463"/>
                </a:lnTo>
                <a:lnTo>
                  <a:pt x="1279" y="433"/>
                </a:lnTo>
                <a:lnTo>
                  <a:pt x="1267" y="403"/>
                </a:lnTo>
                <a:lnTo>
                  <a:pt x="1255" y="373"/>
                </a:lnTo>
                <a:lnTo>
                  <a:pt x="1239" y="346"/>
                </a:lnTo>
                <a:lnTo>
                  <a:pt x="1207" y="291"/>
                </a:lnTo>
                <a:lnTo>
                  <a:pt x="1168" y="240"/>
                </a:lnTo>
                <a:lnTo>
                  <a:pt x="1125" y="194"/>
                </a:lnTo>
                <a:lnTo>
                  <a:pt x="1079" y="151"/>
                </a:lnTo>
                <a:lnTo>
                  <a:pt x="1028" y="112"/>
                </a:lnTo>
                <a:lnTo>
                  <a:pt x="973" y="80"/>
                </a:lnTo>
                <a:lnTo>
                  <a:pt x="945" y="64"/>
                </a:lnTo>
                <a:lnTo>
                  <a:pt x="915" y="52"/>
                </a:lnTo>
                <a:lnTo>
                  <a:pt x="886" y="40"/>
                </a:lnTo>
                <a:lnTo>
                  <a:pt x="856" y="30"/>
                </a:lnTo>
                <a:lnTo>
                  <a:pt x="824" y="20"/>
                </a:lnTo>
                <a:lnTo>
                  <a:pt x="793" y="13"/>
                </a:lnTo>
                <a:lnTo>
                  <a:pt x="760" y="8"/>
                </a:lnTo>
                <a:lnTo>
                  <a:pt x="727" y="4"/>
                </a:lnTo>
                <a:lnTo>
                  <a:pt x="694" y="1"/>
                </a:lnTo>
                <a:lnTo>
                  <a:pt x="659" y="0"/>
                </a:lnTo>
                <a:lnTo>
                  <a:pt x="593" y="4"/>
                </a:lnTo>
                <a:lnTo>
                  <a:pt x="559" y="8"/>
                </a:lnTo>
                <a:lnTo>
                  <a:pt x="527" y="13"/>
                </a:lnTo>
                <a:lnTo>
                  <a:pt x="496" y="20"/>
                </a:lnTo>
                <a:lnTo>
                  <a:pt x="464" y="30"/>
                </a:lnTo>
                <a:lnTo>
                  <a:pt x="433" y="40"/>
                </a:lnTo>
                <a:lnTo>
                  <a:pt x="403" y="52"/>
                </a:lnTo>
                <a:lnTo>
                  <a:pt x="375" y="64"/>
                </a:lnTo>
                <a:lnTo>
                  <a:pt x="346" y="80"/>
                </a:lnTo>
                <a:lnTo>
                  <a:pt x="292" y="112"/>
                </a:lnTo>
                <a:lnTo>
                  <a:pt x="241" y="151"/>
                </a:lnTo>
                <a:lnTo>
                  <a:pt x="194" y="194"/>
                </a:lnTo>
                <a:lnTo>
                  <a:pt x="151" y="240"/>
                </a:lnTo>
                <a:lnTo>
                  <a:pt x="113" y="291"/>
                </a:lnTo>
                <a:lnTo>
                  <a:pt x="80" y="346"/>
                </a:lnTo>
                <a:lnTo>
                  <a:pt x="65" y="373"/>
                </a:lnTo>
                <a:lnTo>
                  <a:pt x="52" y="403"/>
                </a:lnTo>
                <a:lnTo>
                  <a:pt x="40" y="433"/>
                </a:lnTo>
                <a:lnTo>
                  <a:pt x="30" y="463"/>
                </a:lnTo>
                <a:lnTo>
                  <a:pt x="21" y="494"/>
                </a:lnTo>
                <a:lnTo>
                  <a:pt x="13" y="526"/>
                </a:lnTo>
                <a:lnTo>
                  <a:pt x="8" y="559"/>
                </a:lnTo>
                <a:lnTo>
                  <a:pt x="3" y="591"/>
                </a:lnTo>
                <a:lnTo>
                  <a:pt x="1" y="625"/>
                </a:lnTo>
                <a:lnTo>
                  <a:pt x="0" y="659"/>
                </a:lnTo>
                <a:lnTo>
                  <a:pt x="4" y="728"/>
                </a:lnTo>
                <a:lnTo>
                  <a:pt x="14" y="795"/>
                </a:lnTo>
                <a:lnTo>
                  <a:pt x="32" y="860"/>
                </a:lnTo>
                <a:lnTo>
                  <a:pt x="55" y="921"/>
                </a:lnTo>
                <a:lnTo>
                  <a:pt x="84" y="980"/>
                </a:lnTo>
                <a:lnTo>
                  <a:pt x="118" y="1036"/>
                </a:lnTo>
                <a:lnTo>
                  <a:pt x="159" y="1087"/>
                </a:lnTo>
                <a:lnTo>
                  <a:pt x="203" y="1134"/>
                </a:lnTo>
                <a:lnTo>
                  <a:pt x="253" y="938"/>
                </a:lnTo>
                <a:lnTo>
                  <a:pt x="416" y="895"/>
                </a:lnTo>
                <a:lnTo>
                  <a:pt x="395" y="871"/>
                </a:lnTo>
                <a:lnTo>
                  <a:pt x="376" y="845"/>
                </a:lnTo>
                <a:lnTo>
                  <a:pt x="359" y="817"/>
                </a:lnTo>
                <a:lnTo>
                  <a:pt x="346" y="788"/>
                </a:lnTo>
                <a:lnTo>
                  <a:pt x="335" y="757"/>
                </a:lnTo>
                <a:lnTo>
                  <a:pt x="327" y="726"/>
                </a:lnTo>
                <a:lnTo>
                  <a:pt x="322" y="693"/>
                </a:lnTo>
                <a:lnTo>
                  <a:pt x="320" y="659"/>
                </a:lnTo>
                <a:lnTo>
                  <a:pt x="322" y="624"/>
                </a:lnTo>
                <a:lnTo>
                  <a:pt x="328" y="591"/>
                </a:lnTo>
                <a:lnTo>
                  <a:pt x="335" y="559"/>
                </a:lnTo>
                <a:lnTo>
                  <a:pt x="347" y="527"/>
                </a:lnTo>
                <a:lnTo>
                  <a:pt x="361" y="498"/>
                </a:lnTo>
                <a:lnTo>
                  <a:pt x="378" y="469"/>
                </a:lnTo>
                <a:lnTo>
                  <a:pt x="399" y="443"/>
                </a:lnTo>
                <a:lnTo>
                  <a:pt x="420" y="419"/>
                </a:lnTo>
                <a:lnTo>
                  <a:pt x="445" y="397"/>
                </a:lnTo>
                <a:lnTo>
                  <a:pt x="471" y="378"/>
                </a:lnTo>
                <a:lnTo>
                  <a:pt x="499" y="361"/>
                </a:lnTo>
                <a:lnTo>
                  <a:pt x="527" y="347"/>
                </a:lnTo>
                <a:lnTo>
                  <a:pt x="559" y="335"/>
                </a:lnTo>
                <a:lnTo>
                  <a:pt x="592" y="326"/>
                </a:lnTo>
                <a:lnTo>
                  <a:pt x="624" y="322"/>
                </a:lnTo>
                <a:lnTo>
                  <a:pt x="659" y="320"/>
                </a:lnTo>
                <a:lnTo>
                  <a:pt x="695" y="322"/>
                </a:lnTo>
                <a:lnTo>
                  <a:pt x="727" y="326"/>
                </a:lnTo>
                <a:lnTo>
                  <a:pt x="760" y="335"/>
                </a:lnTo>
                <a:lnTo>
                  <a:pt x="792" y="347"/>
                </a:lnTo>
                <a:lnTo>
                  <a:pt x="820" y="361"/>
                </a:lnTo>
                <a:lnTo>
                  <a:pt x="849" y="378"/>
                </a:lnTo>
                <a:lnTo>
                  <a:pt x="875" y="397"/>
                </a:lnTo>
                <a:lnTo>
                  <a:pt x="899" y="419"/>
                </a:lnTo>
                <a:lnTo>
                  <a:pt x="921" y="443"/>
                </a:lnTo>
                <a:lnTo>
                  <a:pt x="940" y="469"/>
                </a:lnTo>
                <a:lnTo>
                  <a:pt x="958" y="498"/>
                </a:lnTo>
                <a:lnTo>
                  <a:pt x="972" y="527"/>
                </a:lnTo>
                <a:lnTo>
                  <a:pt x="984" y="559"/>
                </a:lnTo>
                <a:lnTo>
                  <a:pt x="992" y="591"/>
                </a:lnTo>
                <a:lnTo>
                  <a:pt x="997" y="624"/>
                </a:lnTo>
                <a:lnTo>
                  <a:pt x="999" y="659"/>
                </a:lnTo>
                <a:lnTo>
                  <a:pt x="997" y="694"/>
                </a:lnTo>
                <a:lnTo>
                  <a:pt x="992" y="727"/>
                </a:lnTo>
                <a:lnTo>
                  <a:pt x="984" y="759"/>
                </a:lnTo>
                <a:lnTo>
                  <a:pt x="972" y="791"/>
                </a:lnTo>
                <a:lnTo>
                  <a:pt x="958" y="820"/>
                </a:lnTo>
                <a:lnTo>
                  <a:pt x="940" y="848"/>
                </a:lnTo>
                <a:lnTo>
                  <a:pt x="921" y="873"/>
                </a:lnTo>
                <a:lnTo>
                  <a:pt x="899" y="898"/>
                </a:lnTo>
                <a:lnTo>
                  <a:pt x="875" y="920"/>
                </a:lnTo>
                <a:lnTo>
                  <a:pt x="849" y="940"/>
                </a:lnTo>
                <a:lnTo>
                  <a:pt x="820" y="957"/>
                </a:lnTo>
                <a:lnTo>
                  <a:pt x="792" y="971"/>
                </a:lnTo>
                <a:lnTo>
                  <a:pt x="760" y="983"/>
                </a:lnTo>
                <a:lnTo>
                  <a:pt x="727" y="991"/>
                </a:lnTo>
                <a:lnTo>
                  <a:pt x="695" y="996"/>
                </a:lnTo>
                <a:lnTo>
                  <a:pt x="659" y="998"/>
                </a:lnTo>
                <a:lnTo>
                  <a:pt x="612" y="994"/>
                </a:lnTo>
                <a:lnTo>
                  <a:pt x="566" y="985"/>
                </a:lnTo>
                <a:lnTo>
                  <a:pt x="523" y="969"/>
                </a:lnTo>
                <a:lnTo>
                  <a:pt x="482" y="948"/>
                </a:lnTo>
                <a:lnTo>
                  <a:pt x="518" y="912"/>
                </a:lnTo>
              </a:path>
            </a:pathLst>
          </a:custGeom>
          <a:solidFill>
            <a:schemeClr val="tx2"/>
          </a:solidFill>
          <a:ln w="63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 anchorCtr="1"/>
          <a:lstStyle/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384705" y="2165819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单色</a:t>
            </a:r>
          </a:p>
        </p:txBody>
      </p:sp>
      <p:grpSp>
        <p:nvGrpSpPr>
          <p:cNvPr id="25" name="Group 8"/>
          <p:cNvGrpSpPr/>
          <p:nvPr/>
        </p:nvGrpSpPr>
        <p:grpSpPr bwMode="auto">
          <a:xfrm>
            <a:off x="12331317" y="2573859"/>
            <a:ext cx="570830" cy="623101"/>
            <a:chOff x="3463" y="1344"/>
            <a:chExt cx="2009" cy="2109"/>
          </a:xfrm>
        </p:grpSpPr>
        <p:sp>
          <p:nvSpPr>
            <p:cNvPr id="26" name="Freeform 9"/>
            <p:cNvSpPr/>
            <p:nvPr/>
          </p:nvSpPr>
          <p:spPr bwMode="auto">
            <a:xfrm>
              <a:off x="4346" y="1493"/>
              <a:ext cx="1126" cy="1960"/>
            </a:xfrm>
            <a:custGeom>
              <a:avLst/>
              <a:gdLst>
                <a:gd name="T0" fmla="*/ 333 w 962"/>
                <a:gd name="T1" fmla="*/ 1459 h 1598"/>
                <a:gd name="T2" fmla="*/ 442 w 962"/>
                <a:gd name="T3" fmla="*/ 1422 h 1598"/>
                <a:gd name="T4" fmla="*/ 545 w 962"/>
                <a:gd name="T5" fmla="*/ 1372 h 1598"/>
                <a:gd name="T6" fmla="*/ 641 w 962"/>
                <a:gd name="T7" fmla="*/ 1310 h 1598"/>
                <a:gd name="T8" fmla="*/ 730 w 962"/>
                <a:gd name="T9" fmla="*/ 1239 h 1598"/>
                <a:gd name="T10" fmla="*/ 806 w 962"/>
                <a:gd name="T11" fmla="*/ 1158 h 1598"/>
                <a:gd name="T12" fmla="*/ 869 w 962"/>
                <a:gd name="T13" fmla="*/ 1067 h 1598"/>
                <a:gd name="T14" fmla="*/ 915 w 962"/>
                <a:gd name="T15" fmla="*/ 970 h 1598"/>
                <a:gd name="T16" fmla="*/ 947 w 962"/>
                <a:gd name="T17" fmla="*/ 868 h 1598"/>
                <a:gd name="T18" fmla="*/ 961 w 962"/>
                <a:gd name="T19" fmla="*/ 763 h 1598"/>
                <a:gd name="T20" fmla="*/ 958 w 962"/>
                <a:gd name="T21" fmla="*/ 656 h 1598"/>
                <a:gd name="T22" fmla="*/ 936 w 962"/>
                <a:gd name="T23" fmla="*/ 551 h 1598"/>
                <a:gd name="T24" fmla="*/ 899 w 962"/>
                <a:gd name="T25" fmla="*/ 450 h 1598"/>
                <a:gd name="T26" fmla="*/ 846 w 962"/>
                <a:gd name="T27" fmla="*/ 355 h 1598"/>
                <a:gd name="T28" fmla="*/ 778 w 962"/>
                <a:gd name="T29" fmla="*/ 268 h 1598"/>
                <a:gd name="T30" fmla="*/ 697 w 962"/>
                <a:gd name="T31" fmla="*/ 190 h 1598"/>
                <a:gd name="T32" fmla="*/ 605 w 962"/>
                <a:gd name="T33" fmla="*/ 125 h 1598"/>
                <a:gd name="T34" fmla="*/ 502 w 962"/>
                <a:gd name="T35" fmla="*/ 71 h 1598"/>
                <a:gd name="T36" fmla="*/ 392 w 962"/>
                <a:gd name="T37" fmla="*/ 31 h 1598"/>
                <a:gd name="T38" fmla="*/ 276 w 962"/>
                <a:gd name="T39" fmla="*/ 7 h 1598"/>
                <a:gd name="T40" fmla="*/ 289 w 962"/>
                <a:gd name="T41" fmla="*/ 98 h 1598"/>
                <a:gd name="T42" fmla="*/ 222 w 962"/>
                <a:gd name="T43" fmla="*/ 382 h 1598"/>
                <a:gd name="T44" fmla="*/ 301 w 962"/>
                <a:gd name="T45" fmla="*/ 408 h 1598"/>
                <a:gd name="T46" fmla="*/ 373 w 962"/>
                <a:gd name="T47" fmla="*/ 448 h 1598"/>
                <a:gd name="T48" fmla="*/ 433 w 962"/>
                <a:gd name="T49" fmla="*/ 500 h 1598"/>
                <a:gd name="T50" fmla="*/ 481 w 962"/>
                <a:gd name="T51" fmla="*/ 562 h 1598"/>
                <a:gd name="T52" fmla="*/ 513 w 962"/>
                <a:gd name="T53" fmla="*/ 631 h 1598"/>
                <a:gd name="T54" fmla="*/ 530 w 962"/>
                <a:gd name="T55" fmla="*/ 706 h 1598"/>
                <a:gd name="T56" fmla="*/ 528 w 962"/>
                <a:gd name="T57" fmla="*/ 781 h 1598"/>
                <a:gd name="T58" fmla="*/ 509 w 962"/>
                <a:gd name="T59" fmla="*/ 854 h 1598"/>
                <a:gd name="T60" fmla="*/ 475 w 962"/>
                <a:gd name="T61" fmla="*/ 922 h 1598"/>
                <a:gd name="T62" fmla="*/ 424 w 962"/>
                <a:gd name="T63" fmla="*/ 983 h 1598"/>
                <a:gd name="T64" fmla="*/ 361 w 962"/>
                <a:gd name="T65" fmla="*/ 1034 h 1598"/>
                <a:gd name="T66" fmla="*/ 288 w 962"/>
                <a:gd name="T67" fmla="*/ 1072 h 1598"/>
                <a:gd name="T68" fmla="*/ 249 w 962"/>
                <a:gd name="T69" fmla="*/ 964 h 1598"/>
                <a:gd name="T70" fmla="*/ 274 w 962"/>
                <a:gd name="T71" fmla="*/ 1597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2" h="1598">
                  <a:moveTo>
                    <a:pt x="274" y="1472"/>
                  </a:moveTo>
                  <a:lnTo>
                    <a:pt x="333" y="1459"/>
                  </a:lnTo>
                  <a:lnTo>
                    <a:pt x="388" y="1442"/>
                  </a:lnTo>
                  <a:lnTo>
                    <a:pt x="442" y="1422"/>
                  </a:lnTo>
                  <a:lnTo>
                    <a:pt x="494" y="1398"/>
                  </a:lnTo>
                  <a:lnTo>
                    <a:pt x="545" y="1372"/>
                  </a:lnTo>
                  <a:lnTo>
                    <a:pt x="592" y="1341"/>
                  </a:lnTo>
                  <a:lnTo>
                    <a:pt x="641" y="1310"/>
                  </a:lnTo>
                  <a:lnTo>
                    <a:pt x="686" y="1276"/>
                  </a:lnTo>
                  <a:lnTo>
                    <a:pt x="730" y="1239"/>
                  </a:lnTo>
                  <a:lnTo>
                    <a:pt x="770" y="1200"/>
                  </a:lnTo>
                  <a:lnTo>
                    <a:pt x="806" y="1158"/>
                  </a:lnTo>
                  <a:lnTo>
                    <a:pt x="838" y="1114"/>
                  </a:lnTo>
                  <a:lnTo>
                    <a:pt x="869" y="1067"/>
                  </a:lnTo>
                  <a:lnTo>
                    <a:pt x="894" y="1019"/>
                  </a:lnTo>
                  <a:lnTo>
                    <a:pt x="915" y="970"/>
                  </a:lnTo>
                  <a:lnTo>
                    <a:pt x="933" y="920"/>
                  </a:lnTo>
                  <a:lnTo>
                    <a:pt x="947" y="868"/>
                  </a:lnTo>
                  <a:lnTo>
                    <a:pt x="956" y="815"/>
                  </a:lnTo>
                  <a:lnTo>
                    <a:pt x="961" y="763"/>
                  </a:lnTo>
                  <a:lnTo>
                    <a:pt x="961" y="709"/>
                  </a:lnTo>
                  <a:lnTo>
                    <a:pt x="958" y="656"/>
                  </a:lnTo>
                  <a:lnTo>
                    <a:pt x="949" y="604"/>
                  </a:lnTo>
                  <a:lnTo>
                    <a:pt x="936" y="551"/>
                  </a:lnTo>
                  <a:lnTo>
                    <a:pt x="921" y="500"/>
                  </a:lnTo>
                  <a:lnTo>
                    <a:pt x="899" y="450"/>
                  </a:lnTo>
                  <a:lnTo>
                    <a:pt x="876" y="402"/>
                  </a:lnTo>
                  <a:lnTo>
                    <a:pt x="846" y="355"/>
                  </a:lnTo>
                  <a:lnTo>
                    <a:pt x="814" y="310"/>
                  </a:lnTo>
                  <a:lnTo>
                    <a:pt x="778" y="268"/>
                  </a:lnTo>
                  <a:lnTo>
                    <a:pt x="740" y="228"/>
                  </a:lnTo>
                  <a:lnTo>
                    <a:pt x="697" y="190"/>
                  </a:lnTo>
                  <a:lnTo>
                    <a:pt x="652" y="157"/>
                  </a:lnTo>
                  <a:lnTo>
                    <a:pt x="605" y="125"/>
                  </a:lnTo>
                  <a:lnTo>
                    <a:pt x="554" y="96"/>
                  </a:lnTo>
                  <a:lnTo>
                    <a:pt x="502" y="71"/>
                  </a:lnTo>
                  <a:lnTo>
                    <a:pt x="448" y="49"/>
                  </a:lnTo>
                  <a:lnTo>
                    <a:pt x="392" y="31"/>
                  </a:lnTo>
                  <a:lnTo>
                    <a:pt x="335" y="17"/>
                  </a:lnTo>
                  <a:lnTo>
                    <a:pt x="276" y="7"/>
                  </a:lnTo>
                  <a:lnTo>
                    <a:pt x="218" y="0"/>
                  </a:lnTo>
                  <a:lnTo>
                    <a:pt x="289" y="98"/>
                  </a:lnTo>
                  <a:lnTo>
                    <a:pt x="363" y="195"/>
                  </a:lnTo>
                  <a:lnTo>
                    <a:pt x="222" y="382"/>
                  </a:lnTo>
                  <a:lnTo>
                    <a:pt x="264" y="393"/>
                  </a:lnTo>
                  <a:lnTo>
                    <a:pt x="301" y="408"/>
                  </a:lnTo>
                  <a:lnTo>
                    <a:pt x="339" y="426"/>
                  </a:lnTo>
                  <a:lnTo>
                    <a:pt x="373" y="448"/>
                  </a:lnTo>
                  <a:lnTo>
                    <a:pt x="405" y="472"/>
                  </a:lnTo>
                  <a:lnTo>
                    <a:pt x="433" y="500"/>
                  </a:lnTo>
                  <a:lnTo>
                    <a:pt x="460" y="530"/>
                  </a:lnTo>
                  <a:lnTo>
                    <a:pt x="481" y="562"/>
                  </a:lnTo>
                  <a:lnTo>
                    <a:pt x="500" y="596"/>
                  </a:lnTo>
                  <a:lnTo>
                    <a:pt x="513" y="631"/>
                  </a:lnTo>
                  <a:lnTo>
                    <a:pt x="523" y="668"/>
                  </a:lnTo>
                  <a:lnTo>
                    <a:pt x="530" y="706"/>
                  </a:lnTo>
                  <a:lnTo>
                    <a:pt x="531" y="743"/>
                  </a:lnTo>
                  <a:lnTo>
                    <a:pt x="528" y="781"/>
                  </a:lnTo>
                  <a:lnTo>
                    <a:pt x="521" y="818"/>
                  </a:lnTo>
                  <a:lnTo>
                    <a:pt x="509" y="854"/>
                  </a:lnTo>
                  <a:lnTo>
                    <a:pt x="493" y="890"/>
                  </a:lnTo>
                  <a:lnTo>
                    <a:pt x="475" y="922"/>
                  </a:lnTo>
                  <a:lnTo>
                    <a:pt x="451" y="954"/>
                  </a:lnTo>
                  <a:lnTo>
                    <a:pt x="424" y="983"/>
                  </a:lnTo>
                  <a:lnTo>
                    <a:pt x="395" y="1010"/>
                  </a:lnTo>
                  <a:lnTo>
                    <a:pt x="361" y="1034"/>
                  </a:lnTo>
                  <a:lnTo>
                    <a:pt x="326" y="1055"/>
                  </a:lnTo>
                  <a:lnTo>
                    <a:pt x="288" y="1072"/>
                  </a:lnTo>
                  <a:lnTo>
                    <a:pt x="249" y="1085"/>
                  </a:lnTo>
                  <a:lnTo>
                    <a:pt x="249" y="964"/>
                  </a:lnTo>
                  <a:lnTo>
                    <a:pt x="0" y="1252"/>
                  </a:lnTo>
                  <a:lnTo>
                    <a:pt x="274" y="1597"/>
                  </a:lnTo>
                  <a:lnTo>
                    <a:pt x="274" y="1472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3463" y="1344"/>
              <a:ext cx="1250" cy="1974"/>
            </a:xfrm>
            <a:custGeom>
              <a:avLst/>
              <a:gdLst>
                <a:gd name="T0" fmla="*/ 777 w 1068"/>
                <a:gd name="T1" fmla="*/ 1225 h 1609"/>
                <a:gd name="T2" fmla="*/ 694 w 1068"/>
                <a:gd name="T3" fmla="*/ 1206 h 1609"/>
                <a:gd name="T4" fmla="*/ 618 w 1068"/>
                <a:gd name="T5" fmla="*/ 1171 h 1609"/>
                <a:gd name="T6" fmla="*/ 550 w 1068"/>
                <a:gd name="T7" fmla="*/ 1123 h 1609"/>
                <a:gd name="T8" fmla="*/ 496 w 1068"/>
                <a:gd name="T9" fmla="*/ 1064 h 1609"/>
                <a:gd name="T10" fmla="*/ 457 w 1068"/>
                <a:gd name="T11" fmla="*/ 996 h 1609"/>
                <a:gd name="T12" fmla="*/ 433 w 1068"/>
                <a:gd name="T13" fmla="*/ 921 h 1609"/>
                <a:gd name="T14" fmla="*/ 427 w 1068"/>
                <a:gd name="T15" fmla="*/ 845 h 1609"/>
                <a:gd name="T16" fmla="*/ 439 w 1068"/>
                <a:gd name="T17" fmla="*/ 769 h 1609"/>
                <a:gd name="T18" fmla="*/ 467 w 1068"/>
                <a:gd name="T19" fmla="*/ 697 h 1609"/>
                <a:gd name="T20" fmla="*/ 512 w 1068"/>
                <a:gd name="T21" fmla="*/ 631 h 1609"/>
                <a:gd name="T22" fmla="*/ 571 w 1068"/>
                <a:gd name="T23" fmla="*/ 576 h 1609"/>
                <a:gd name="T24" fmla="*/ 641 w 1068"/>
                <a:gd name="T25" fmla="*/ 532 h 1609"/>
                <a:gd name="T26" fmla="*/ 716 w 1068"/>
                <a:gd name="T27" fmla="*/ 502 h 1609"/>
                <a:gd name="T28" fmla="*/ 797 w 1068"/>
                <a:gd name="T29" fmla="*/ 487 h 1609"/>
                <a:gd name="T30" fmla="*/ 838 w 1068"/>
                <a:gd name="T31" fmla="*/ 595 h 1609"/>
                <a:gd name="T32" fmla="*/ 833 w 1068"/>
                <a:gd name="T33" fmla="*/ 0 h 1609"/>
                <a:gd name="T34" fmla="*/ 774 w 1068"/>
                <a:gd name="T35" fmla="*/ 110 h 1609"/>
                <a:gd name="T36" fmla="*/ 658 w 1068"/>
                <a:gd name="T37" fmla="*/ 127 h 1609"/>
                <a:gd name="T38" fmla="*/ 545 w 1068"/>
                <a:gd name="T39" fmla="*/ 159 h 1609"/>
                <a:gd name="T40" fmla="*/ 439 w 1068"/>
                <a:gd name="T41" fmla="*/ 206 h 1609"/>
                <a:gd name="T42" fmla="*/ 338 w 1068"/>
                <a:gd name="T43" fmla="*/ 262 h 1609"/>
                <a:gd name="T44" fmla="*/ 248 w 1068"/>
                <a:gd name="T45" fmla="*/ 331 h 1609"/>
                <a:gd name="T46" fmla="*/ 170 w 1068"/>
                <a:gd name="T47" fmla="*/ 411 h 1609"/>
                <a:gd name="T48" fmla="*/ 105 w 1068"/>
                <a:gd name="T49" fmla="*/ 499 h 1609"/>
                <a:gd name="T50" fmla="*/ 55 w 1068"/>
                <a:gd name="T51" fmla="*/ 595 h 1609"/>
                <a:gd name="T52" fmla="*/ 20 w 1068"/>
                <a:gd name="T53" fmla="*/ 697 h 1609"/>
                <a:gd name="T54" fmla="*/ 2 w 1068"/>
                <a:gd name="T55" fmla="*/ 802 h 1609"/>
                <a:gd name="T56" fmla="*/ 1 w 1068"/>
                <a:gd name="T57" fmla="*/ 908 h 1609"/>
                <a:gd name="T58" fmla="*/ 17 w 1068"/>
                <a:gd name="T59" fmla="*/ 1013 h 1609"/>
                <a:gd name="T60" fmla="*/ 49 w 1068"/>
                <a:gd name="T61" fmla="*/ 1115 h 1609"/>
                <a:gd name="T62" fmla="*/ 97 w 1068"/>
                <a:gd name="T63" fmla="*/ 1212 h 1609"/>
                <a:gd name="T64" fmla="*/ 160 w 1068"/>
                <a:gd name="T65" fmla="*/ 1302 h 1609"/>
                <a:gd name="T66" fmla="*/ 237 w 1068"/>
                <a:gd name="T67" fmla="*/ 1383 h 1609"/>
                <a:gd name="T68" fmla="*/ 325 w 1068"/>
                <a:gd name="T69" fmla="*/ 1453 h 1609"/>
                <a:gd name="T70" fmla="*/ 424 w 1068"/>
                <a:gd name="T71" fmla="*/ 1511 h 1609"/>
                <a:gd name="T72" fmla="*/ 531 w 1068"/>
                <a:gd name="T73" fmla="*/ 1557 h 1609"/>
                <a:gd name="T74" fmla="*/ 644 w 1068"/>
                <a:gd name="T75" fmla="*/ 1588 h 1609"/>
                <a:gd name="T76" fmla="*/ 760 w 1068"/>
                <a:gd name="T77" fmla="*/ 1605 h 1609"/>
                <a:gd name="T78" fmla="*/ 879 w 1068"/>
                <a:gd name="T79" fmla="*/ 1607 h 1609"/>
                <a:gd name="T80" fmla="*/ 819 w 1068"/>
                <a:gd name="T81" fmla="*/ 123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68" h="1609">
                  <a:moveTo>
                    <a:pt x="819" y="1230"/>
                  </a:moveTo>
                  <a:lnTo>
                    <a:pt x="777" y="1225"/>
                  </a:lnTo>
                  <a:lnTo>
                    <a:pt x="734" y="1217"/>
                  </a:lnTo>
                  <a:lnTo>
                    <a:pt x="694" y="1206"/>
                  </a:lnTo>
                  <a:lnTo>
                    <a:pt x="655" y="1190"/>
                  </a:lnTo>
                  <a:lnTo>
                    <a:pt x="618" y="1171"/>
                  </a:lnTo>
                  <a:lnTo>
                    <a:pt x="583" y="1148"/>
                  </a:lnTo>
                  <a:lnTo>
                    <a:pt x="550" y="1123"/>
                  </a:lnTo>
                  <a:lnTo>
                    <a:pt x="522" y="1094"/>
                  </a:lnTo>
                  <a:lnTo>
                    <a:pt x="496" y="1064"/>
                  </a:lnTo>
                  <a:lnTo>
                    <a:pt x="474" y="1030"/>
                  </a:lnTo>
                  <a:lnTo>
                    <a:pt x="457" y="996"/>
                  </a:lnTo>
                  <a:lnTo>
                    <a:pt x="443" y="959"/>
                  </a:lnTo>
                  <a:lnTo>
                    <a:pt x="433" y="921"/>
                  </a:lnTo>
                  <a:lnTo>
                    <a:pt x="427" y="884"/>
                  </a:lnTo>
                  <a:lnTo>
                    <a:pt x="427" y="845"/>
                  </a:lnTo>
                  <a:lnTo>
                    <a:pt x="431" y="807"/>
                  </a:lnTo>
                  <a:lnTo>
                    <a:pt x="439" y="769"/>
                  </a:lnTo>
                  <a:lnTo>
                    <a:pt x="451" y="733"/>
                  </a:lnTo>
                  <a:lnTo>
                    <a:pt x="467" y="697"/>
                  </a:lnTo>
                  <a:lnTo>
                    <a:pt x="487" y="663"/>
                  </a:lnTo>
                  <a:lnTo>
                    <a:pt x="512" y="631"/>
                  </a:lnTo>
                  <a:lnTo>
                    <a:pt x="539" y="602"/>
                  </a:lnTo>
                  <a:lnTo>
                    <a:pt x="571" y="576"/>
                  </a:lnTo>
                  <a:lnTo>
                    <a:pt x="603" y="552"/>
                  </a:lnTo>
                  <a:lnTo>
                    <a:pt x="641" y="532"/>
                  </a:lnTo>
                  <a:lnTo>
                    <a:pt x="677" y="515"/>
                  </a:lnTo>
                  <a:lnTo>
                    <a:pt x="716" y="502"/>
                  </a:lnTo>
                  <a:lnTo>
                    <a:pt x="756" y="493"/>
                  </a:lnTo>
                  <a:lnTo>
                    <a:pt x="797" y="487"/>
                  </a:lnTo>
                  <a:lnTo>
                    <a:pt x="838" y="484"/>
                  </a:lnTo>
                  <a:lnTo>
                    <a:pt x="838" y="595"/>
                  </a:lnTo>
                  <a:lnTo>
                    <a:pt x="1067" y="311"/>
                  </a:lnTo>
                  <a:lnTo>
                    <a:pt x="833" y="0"/>
                  </a:lnTo>
                  <a:lnTo>
                    <a:pt x="833" y="106"/>
                  </a:lnTo>
                  <a:lnTo>
                    <a:pt x="774" y="110"/>
                  </a:lnTo>
                  <a:lnTo>
                    <a:pt x="715" y="117"/>
                  </a:lnTo>
                  <a:lnTo>
                    <a:pt x="658" y="127"/>
                  </a:lnTo>
                  <a:lnTo>
                    <a:pt x="600" y="142"/>
                  </a:lnTo>
                  <a:lnTo>
                    <a:pt x="545" y="159"/>
                  </a:lnTo>
                  <a:lnTo>
                    <a:pt x="491" y="181"/>
                  </a:lnTo>
                  <a:lnTo>
                    <a:pt x="439" y="206"/>
                  </a:lnTo>
                  <a:lnTo>
                    <a:pt x="388" y="232"/>
                  </a:lnTo>
                  <a:lnTo>
                    <a:pt x="338" y="262"/>
                  </a:lnTo>
                  <a:lnTo>
                    <a:pt x="292" y="295"/>
                  </a:lnTo>
                  <a:lnTo>
                    <a:pt x="248" y="331"/>
                  </a:lnTo>
                  <a:lnTo>
                    <a:pt x="207" y="370"/>
                  </a:lnTo>
                  <a:lnTo>
                    <a:pt x="170" y="411"/>
                  </a:lnTo>
                  <a:lnTo>
                    <a:pt x="135" y="454"/>
                  </a:lnTo>
                  <a:lnTo>
                    <a:pt x="105" y="499"/>
                  </a:lnTo>
                  <a:lnTo>
                    <a:pt x="77" y="547"/>
                  </a:lnTo>
                  <a:lnTo>
                    <a:pt x="55" y="595"/>
                  </a:lnTo>
                  <a:lnTo>
                    <a:pt x="36" y="646"/>
                  </a:lnTo>
                  <a:lnTo>
                    <a:pt x="20" y="697"/>
                  </a:lnTo>
                  <a:lnTo>
                    <a:pt x="9" y="750"/>
                  </a:lnTo>
                  <a:lnTo>
                    <a:pt x="2" y="802"/>
                  </a:lnTo>
                  <a:lnTo>
                    <a:pt x="0" y="855"/>
                  </a:lnTo>
                  <a:lnTo>
                    <a:pt x="1" y="908"/>
                  </a:lnTo>
                  <a:lnTo>
                    <a:pt x="6" y="961"/>
                  </a:lnTo>
                  <a:lnTo>
                    <a:pt x="17" y="1013"/>
                  </a:lnTo>
                  <a:lnTo>
                    <a:pt x="30" y="1065"/>
                  </a:lnTo>
                  <a:lnTo>
                    <a:pt x="49" y="1115"/>
                  </a:lnTo>
                  <a:lnTo>
                    <a:pt x="71" y="1164"/>
                  </a:lnTo>
                  <a:lnTo>
                    <a:pt x="97" y="1212"/>
                  </a:lnTo>
                  <a:lnTo>
                    <a:pt x="127" y="1258"/>
                  </a:lnTo>
                  <a:lnTo>
                    <a:pt x="160" y="1302"/>
                  </a:lnTo>
                  <a:lnTo>
                    <a:pt x="197" y="1344"/>
                  </a:lnTo>
                  <a:lnTo>
                    <a:pt x="237" y="1383"/>
                  </a:lnTo>
                  <a:lnTo>
                    <a:pt x="278" y="1420"/>
                  </a:lnTo>
                  <a:lnTo>
                    <a:pt x="325" y="1453"/>
                  </a:lnTo>
                  <a:lnTo>
                    <a:pt x="373" y="1484"/>
                  </a:lnTo>
                  <a:lnTo>
                    <a:pt x="424" y="1511"/>
                  </a:lnTo>
                  <a:lnTo>
                    <a:pt x="476" y="1536"/>
                  </a:lnTo>
                  <a:lnTo>
                    <a:pt x="531" y="1557"/>
                  </a:lnTo>
                  <a:lnTo>
                    <a:pt x="586" y="1574"/>
                  </a:lnTo>
                  <a:lnTo>
                    <a:pt x="644" y="1588"/>
                  </a:lnTo>
                  <a:lnTo>
                    <a:pt x="702" y="1599"/>
                  </a:lnTo>
                  <a:lnTo>
                    <a:pt x="760" y="1605"/>
                  </a:lnTo>
                  <a:lnTo>
                    <a:pt x="820" y="1608"/>
                  </a:lnTo>
                  <a:lnTo>
                    <a:pt x="879" y="1607"/>
                  </a:lnTo>
                  <a:lnTo>
                    <a:pt x="697" y="1374"/>
                  </a:lnTo>
                  <a:lnTo>
                    <a:pt x="819" y="1230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8" name="Group 3"/>
          <p:cNvGrpSpPr/>
          <p:nvPr/>
        </p:nvGrpSpPr>
        <p:grpSpPr bwMode="auto">
          <a:xfrm>
            <a:off x="12245546" y="3196960"/>
            <a:ext cx="640598" cy="640598"/>
            <a:chOff x="1968" y="1248"/>
            <a:chExt cx="2304" cy="2304"/>
          </a:xfrm>
        </p:grpSpPr>
        <p:sp>
          <p:nvSpPr>
            <p:cNvPr id="29" name="Freeform 4"/>
            <p:cNvSpPr/>
            <p:nvPr/>
          </p:nvSpPr>
          <p:spPr bwMode="auto">
            <a:xfrm flipV="1">
              <a:off x="2912" y="2137"/>
              <a:ext cx="1351" cy="1415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accent5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0" name="Freeform 5"/>
            <p:cNvSpPr/>
            <p:nvPr/>
          </p:nvSpPr>
          <p:spPr bwMode="auto">
            <a:xfrm rot="7203160" flipV="1">
              <a:off x="2058" y="1685"/>
              <a:ext cx="1296" cy="1476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tx2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1" name="Freeform 6"/>
            <p:cNvSpPr/>
            <p:nvPr/>
          </p:nvSpPr>
          <p:spPr bwMode="auto">
            <a:xfrm rot="14370681" flipV="1">
              <a:off x="2886" y="1158"/>
              <a:ext cx="1296" cy="1476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accent6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2" name="Group 3"/>
          <p:cNvGrpSpPr/>
          <p:nvPr/>
        </p:nvGrpSpPr>
        <p:grpSpPr bwMode="auto">
          <a:xfrm>
            <a:off x="12331747" y="3881118"/>
            <a:ext cx="570985" cy="541616"/>
            <a:chOff x="2130" y="1410"/>
            <a:chExt cx="1980" cy="1948"/>
          </a:xfrm>
        </p:grpSpPr>
        <p:sp>
          <p:nvSpPr>
            <p:cNvPr id="33" name="Freeform 4"/>
            <p:cNvSpPr/>
            <p:nvPr/>
          </p:nvSpPr>
          <p:spPr bwMode="auto">
            <a:xfrm>
              <a:off x="2130" y="1731"/>
              <a:ext cx="626" cy="1359"/>
            </a:xfrm>
            <a:custGeom>
              <a:avLst/>
              <a:gdLst>
                <a:gd name="T0" fmla="*/ 425 w 432"/>
                <a:gd name="T1" fmla="*/ 312 h 951"/>
                <a:gd name="T2" fmla="*/ 361 w 432"/>
                <a:gd name="T3" fmla="*/ 64 h 951"/>
                <a:gd name="T4" fmla="*/ 106 w 432"/>
                <a:gd name="T5" fmla="*/ 0 h 951"/>
                <a:gd name="T6" fmla="*/ 145 w 432"/>
                <a:gd name="T7" fmla="*/ 38 h 951"/>
                <a:gd name="T8" fmla="*/ 113 w 432"/>
                <a:gd name="T9" fmla="*/ 83 h 951"/>
                <a:gd name="T10" fmla="*/ 84 w 432"/>
                <a:gd name="T11" fmla="*/ 130 h 951"/>
                <a:gd name="T12" fmla="*/ 59 w 432"/>
                <a:gd name="T13" fmla="*/ 180 h 951"/>
                <a:gd name="T14" fmla="*/ 38 w 432"/>
                <a:gd name="T15" fmla="*/ 233 h 951"/>
                <a:gd name="T16" fmla="*/ 22 w 432"/>
                <a:gd name="T17" fmla="*/ 286 h 951"/>
                <a:gd name="T18" fmla="*/ 10 w 432"/>
                <a:gd name="T19" fmla="*/ 342 h 951"/>
                <a:gd name="T20" fmla="*/ 2 w 432"/>
                <a:gd name="T21" fmla="*/ 399 h 951"/>
                <a:gd name="T22" fmla="*/ 0 w 432"/>
                <a:gd name="T23" fmla="*/ 458 h 951"/>
                <a:gd name="T24" fmla="*/ 1 w 432"/>
                <a:gd name="T25" fmla="*/ 493 h 951"/>
                <a:gd name="T26" fmla="*/ 4 w 432"/>
                <a:gd name="T27" fmla="*/ 529 h 951"/>
                <a:gd name="T28" fmla="*/ 9 w 432"/>
                <a:gd name="T29" fmla="*/ 564 h 951"/>
                <a:gd name="T30" fmla="*/ 14 w 432"/>
                <a:gd name="T31" fmla="*/ 598 h 951"/>
                <a:gd name="T32" fmla="*/ 23 w 432"/>
                <a:gd name="T33" fmla="*/ 632 h 951"/>
                <a:gd name="T34" fmla="*/ 33 w 432"/>
                <a:gd name="T35" fmla="*/ 665 h 951"/>
                <a:gd name="T36" fmla="*/ 44 w 432"/>
                <a:gd name="T37" fmla="*/ 698 h 951"/>
                <a:gd name="T38" fmla="*/ 57 w 432"/>
                <a:gd name="T39" fmla="*/ 729 h 951"/>
                <a:gd name="T40" fmla="*/ 86 w 432"/>
                <a:gd name="T41" fmla="*/ 790 h 951"/>
                <a:gd name="T42" fmla="*/ 123 w 432"/>
                <a:gd name="T43" fmla="*/ 847 h 951"/>
                <a:gd name="T44" fmla="*/ 164 w 432"/>
                <a:gd name="T45" fmla="*/ 900 h 951"/>
                <a:gd name="T46" fmla="*/ 210 w 432"/>
                <a:gd name="T47" fmla="*/ 950 h 951"/>
                <a:gd name="T48" fmla="*/ 261 w 432"/>
                <a:gd name="T49" fmla="*/ 745 h 951"/>
                <a:gd name="T50" fmla="*/ 431 w 432"/>
                <a:gd name="T51" fmla="*/ 702 h 951"/>
                <a:gd name="T52" fmla="*/ 409 w 432"/>
                <a:gd name="T53" fmla="*/ 676 h 951"/>
                <a:gd name="T54" fmla="*/ 389 w 432"/>
                <a:gd name="T55" fmla="*/ 650 h 951"/>
                <a:gd name="T56" fmla="*/ 373 w 432"/>
                <a:gd name="T57" fmla="*/ 622 h 951"/>
                <a:gd name="T58" fmla="*/ 358 w 432"/>
                <a:gd name="T59" fmla="*/ 591 h 951"/>
                <a:gd name="T60" fmla="*/ 347 w 432"/>
                <a:gd name="T61" fmla="*/ 559 h 951"/>
                <a:gd name="T62" fmla="*/ 339 w 432"/>
                <a:gd name="T63" fmla="*/ 527 h 951"/>
                <a:gd name="T64" fmla="*/ 334 w 432"/>
                <a:gd name="T65" fmla="*/ 493 h 951"/>
                <a:gd name="T66" fmla="*/ 332 w 432"/>
                <a:gd name="T67" fmla="*/ 458 h 951"/>
                <a:gd name="T68" fmla="*/ 336 w 432"/>
                <a:gd name="T69" fmla="*/ 407 h 951"/>
                <a:gd name="T70" fmla="*/ 346 w 432"/>
                <a:gd name="T71" fmla="*/ 360 h 951"/>
                <a:gd name="T72" fmla="*/ 363 w 432"/>
                <a:gd name="T73" fmla="*/ 314 h 951"/>
                <a:gd name="T74" fmla="*/ 373 w 432"/>
                <a:gd name="T75" fmla="*/ 292 h 951"/>
                <a:gd name="T76" fmla="*/ 385 w 432"/>
                <a:gd name="T77" fmla="*/ 272 h 951"/>
                <a:gd name="T78" fmla="*/ 425 w 432"/>
                <a:gd name="T79" fmla="*/ 312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32" h="951">
                  <a:moveTo>
                    <a:pt x="425" y="312"/>
                  </a:moveTo>
                  <a:lnTo>
                    <a:pt x="361" y="64"/>
                  </a:lnTo>
                  <a:lnTo>
                    <a:pt x="106" y="0"/>
                  </a:lnTo>
                  <a:lnTo>
                    <a:pt x="145" y="38"/>
                  </a:lnTo>
                  <a:lnTo>
                    <a:pt x="113" y="83"/>
                  </a:lnTo>
                  <a:lnTo>
                    <a:pt x="84" y="130"/>
                  </a:lnTo>
                  <a:lnTo>
                    <a:pt x="59" y="180"/>
                  </a:lnTo>
                  <a:lnTo>
                    <a:pt x="38" y="233"/>
                  </a:lnTo>
                  <a:lnTo>
                    <a:pt x="22" y="286"/>
                  </a:lnTo>
                  <a:lnTo>
                    <a:pt x="10" y="342"/>
                  </a:lnTo>
                  <a:lnTo>
                    <a:pt x="2" y="399"/>
                  </a:lnTo>
                  <a:lnTo>
                    <a:pt x="0" y="458"/>
                  </a:lnTo>
                  <a:lnTo>
                    <a:pt x="1" y="493"/>
                  </a:lnTo>
                  <a:lnTo>
                    <a:pt x="4" y="529"/>
                  </a:lnTo>
                  <a:lnTo>
                    <a:pt x="9" y="564"/>
                  </a:lnTo>
                  <a:lnTo>
                    <a:pt x="14" y="598"/>
                  </a:lnTo>
                  <a:lnTo>
                    <a:pt x="23" y="632"/>
                  </a:lnTo>
                  <a:lnTo>
                    <a:pt x="33" y="665"/>
                  </a:lnTo>
                  <a:lnTo>
                    <a:pt x="44" y="698"/>
                  </a:lnTo>
                  <a:lnTo>
                    <a:pt x="57" y="729"/>
                  </a:lnTo>
                  <a:lnTo>
                    <a:pt x="86" y="790"/>
                  </a:lnTo>
                  <a:lnTo>
                    <a:pt x="123" y="847"/>
                  </a:lnTo>
                  <a:lnTo>
                    <a:pt x="164" y="900"/>
                  </a:lnTo>
                  <a:lnTo>
                    <a:pt x="210" y="950"/>
                  </a:lnTo>
                  <a:lnTo>
                    <a:pt x="261" y="745"/>
                  </a:lnTo>
                  <a:lnTo>
                    <a:pt x="431" y="702"/>
                  </a:lnTo>
                  <a:lnTo>
                    <a:pt x="409" y="676"/>
                  </a:lnTo>
                  <a:lnTo>
                    <a:pt x="389" y="650"/>
                  </a:lnTo>
                  <a:lnTo>
                    <a:pt x="373" y="622"/>
                  </a:lnTo>
                  <a:lnTo>
                    <a:pt x="358" y="591"/>
                  </a:lnTo>
                  <a:lnTo>
                    <a:pt x="347" y="559"/>
                  </a:lnTo>
                  <a:lnTo>
                    <a:pt x="339" y="527"/>
                  </a:lnTo>
                  <a:lnTo>
                    <a:pt x="334" y="493"/>
                  </a:lnTo>
                  <a:lnTo>
                    <a:pt x="332" y="458"/>
                  </a:lnTo>
                  <a:lnTo>
                    <a:pt x="336" y="407"/>
                  </a:lnTo>
                  <a:lnTo>
                    <a:pt x="346" y="360"/>
                  </a:lnTo>
                  <a:lnTo>
                    <a:pt x="363" y="314"/>
                  </a:lnTo>
                  <a:lnTo>
                    <a:pt x="373" y="292"/>
                  </a:lnTo>
                  <a:lnTo>
                    <a:pt x="385" y="272"/>
                  </a:lnTo>
                  <a:lnTo>
                    <a:pt x="425" y="312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4" name="Freeform 5"/>
            <p:cNvSpPr/>
            <p:nvPr/>
          </p:nvSpPr>
          <p:spPr bwMode="auto">
            <a:xfrm>
              <a:off x="2459" y="2746"/>
              <a:ext cx="1373" cy="612"/>
            </a:xfrm>
            <a:custGeom>
              <a:avLst/>
              <a:gdLst>
                <a:gd name="T0" fmla="*/ 311 w 948"/>
                <a:gd name="T1" fmla="*/ 8 h 428"/>
                <a:gd name="T2" fmla="*/ 64 w 948"/>
                <a:gd name="T3" fmla="*/ 73 h 428"/>
                <a:gd name="T4" fmla="*/ 0 w 948"/>
                <a:gd name="T5" fmla="*/ 328 h 428"/>
                <a:gd name="T6" fmla="*/ 40 w 948"/>
                <a:gd name="T7" fmla="*/ 287 h 428"/>
                <a:gd name="T8" fmla="*/ 85 w 948"/>
                <a:gd name="T9" fmla="*/ 318 h 428"/>
                <a:gd name="T10" fmla="*/ 132 w 948"/>
                <a:gd name="T11" fmla="*/ 346 h 428"/>
                <a:gd name="T12" fmla="*/ 182 w 948"/>
                <a:gd name="T13" fmla="*/ 371 h 428"/>
                <a:gd name="T14" fmla="*/ 234 w 948"/>
                <a:gd name="T15" fmla="*/ 392 h 428"/>
                <a:gd name="T16" fmla="*/ 287 w 948"/>
                <a:gd name="T17" fmla="*/ 408 h 428"/>
                <a:gd name="T18" fmla="*/ 342 w 948"/>
                <a:gd name="T19" fmla="*/ 420 h 428"/>
                <a:gd name="T20" fmla="*/ 400 w 948"/>
                <a:gd name="T21" fmla="*/ 427 h 428"/>
                <a:gd name="T22" fmla="*/ 458 w 948"/>
                <a:gd name="T23" fmla="*/ 427 h 428"/>
                <a:gd name="T24" fmla="*/ 529 w 948"/>
                <a:gd name="T25" fmla="*/ 425 h 428"/>
                <a:gd name="T26" fmla="*/ 597 w 948"/>
                <a:gd name="T27" fmla="*/ 415 h 428"/>
                <a:gd name="T28" fmla="*/ 664 w 948"/>
                <a:gd name="T29" fmla="*/ 397 h 428"/>
                <a:gd name="T30" fmla="*/ 728 w 948"/>
                <a:gd name="T31" fmla="*/ 374 h 428"/>
                <a:gd name="T32" fmla="*/ 788 w 948"/>
                <a:gd name="T33" fmla="*/ 344 h 428"/>
                <a:gd name="T34" fmla="*/ 817 w 948"/>
                <a:gd name="T35" fmla="*/ 327 h 428"/>
                <a:gd name="T36" fmla="*/ 845 w 948"/>
                <a:gd name="T37" fmla="*/ 309 h 428"/>
                <a:gd name="T38" fmla="*/ 898 w 948"/>
                <a:gd name="T39" fmla="*/ 268 h 428"/>
                <a:gd name="T40" fmla="*/ 947 w 948"/>
                <a:gd name="T41" fmla="*/ 223 h 428"/>
                <a:gd name="T42" fmla="*/ 746 w 948"/>
                <a:gd name="T43" fmla="*/ 173 h 428"/>
                <a:gd name="T44" fmla="*/ 701 w 948"/>
                <a:gd name="T45" fmla="*/ 0 h 428"/>
                <a:gd name="T46" fmla="*/ 677 w 948"/>
                <a:gd name="T47" fmla="*/ 22 h 428"/>
                <a:gd name="T48" fmla="*/ 650 w 948"/>
                <a:gd name="T49" fmla="*/ 41 h 428"/>
                <a:gd name="T50" fmla="*/ 621 w 948"/>
                <a:gd name="T51" fmla="*/ 57 h 428"/>
                <a:gd name="T52" fmla="*/ 591 w 948"/>
                <a:gd name="T53" fmla="*/ 72 h 428"/>
                <a:gd name="T54" fmla="*/ 560 w 948"/>
                <a:gd name="T55" fmla="*/ 83 h 428"/>
                <a:gd name="T56" fmla="*/ 526 w 948"/>
                <a:gd name="T57" fmla="*/ 91 h 428"/>
                <a:gd name="T58" fmla="*/ 493 w 948"/>
                <a:gd name="T59" fmla="*/ 96 h 428"/>
                <a:gd name="T60" fmla="*/ 458 w 948"/>
                <a:gd name="T61" fmla="*/ 98 h 428"/>
                <a:gd name="T62" fmla="*/ 433 w 948"/>
                <a:gd name="T63" fmla="*/ 97 h 428"/>
                <a:gd name="T64" fmla="*/ 408 w 948"/>
                <a:gd name="T65" fmla="*/ 94 h 428"/>
                <a:gd name="T66" fmla="*/ 384 w 948"/>
                <a:gd name="T67" fmla="*/ 90 h 428"/>
                <a:gd name="T68" fmla="*/ 361 w 948"/>
                <a:gd name="T69" fmla="*/ 85 h 428"/>
                <a:gd name="T70" fmla="*/ 338 w 948"/>
                <a:gd name="T71" fmla="*/ 77 h 428"/>
                <a:gd name="T72" fmla="*/ 316 w 948"/>
                <a:gd name="T73" fmla="*/ 69 h 428"/>
                <a:gd name="T74" fmla="*/ 295 w 948"/>
                <a:gd name="T75" fmla="*/ 58 h 428"/>
                <a:gd name="T76" fmla="*/ 274 w 948"/>
                <a:gd name="T77" fmla="*/ 46 h 428"/>
                <a:gd name="T78" fmla="*/ 311 w 948"/>
                <a:gd name="T79" fmla="*/ 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48" h="428">
                  <a:moveTo>
                    <a:pt x="311" y="8"/>
                  </a:moveTo>
                  <a:lnTo>
                    <a:pt x="64" y="73"/>
                  </a:lnTo>
                  <a:lnTo>
                    <a:pt x="0" y="328"/>
                  </a:lnTo>
                  <a:lnTo>
                    <a:pt x="40" y="287"/>
                  </a:lnTo>
                  <a:lnTo>
                    <a:pt x="85" y="318"/>
                  </a:lnTo>
                  <a:lnTo>
                    <a:pt x="132" y="346"/>
                  </a:lnTo>
                  <a:lnTo>
                    <a:pt x="182" y="371"/>
                  </a:lnTo>
                  <a:lnTo>
                    <a:pt x="234" y="392"/>
                  </a:lnTo>
                  <a:lnTo>
                    <a:pt x="287" y="408"/>
                  </a:lnTo>
                  <a:lnTo>
                    <a:pt x="342" y="420"/>
                  </a:lnTo>
                  <a:lnTo>
                    <a:pt x="400" y="427"/>
                  </a:lnTo>
                  <a:lnTo>
                    <a:pt x="458" y="427"/>
                  </a:lnTo>
                  <a:lnTo>
                    <a:pt x="529" y="425"/>
                  </a:lnTo>
                  <a:lnTo>
                    <a:pt x="597" y="415"/>
                  </a:lnTo>
                  <a:lnTo>
                    <a:pt x="664" y="397"/>
                  </a:lnTo>
                  <a:lnTo>
                    <a:pt x="728" y="374"/>
                  </a:lnTo>
                  <a:lnTo>
                    <a:pt x="788" y="344"/>
                  </a:lnTo>
                  <a:lnTo>
                    <a:pt x="817" y="327"/>
                  </a:lnTo>
                  <a:lnTo>
                    <a:pt x="845" y="309"/>
                  </a:lnTo>
                  <a:lnTo>
                    <a:pt x="898" y="268"/>
                  </a:lnTo>
                  <a:lnTo>
                    <a:pt x="947" y="223"/>
                  </a:lnTo>
                  <a:lnTo>
                    <a:pt x="746" y="173"/>
                  </a:lnTo>
                  <a:lnTo>
                    <a:pt x="701" y="0"/>
                  </a:lnTo>
                  <a:lnTo>
                    <a:pt x="677" y="22"/>
                  </a:lnTo>
                  <a:lnTo>
                    <a:pt x="650" y="41"/>
                  </a:lnTo>
                  <a:lnTo>
                    <a:pt x="621" y="57"/>
                  </a:lnTo>
                  <a:lnTo>
                    <a:pt x="591" y="72"/>
                  </a:lnTo>
                  <a:lnTo>
                    <a:pt x="560" y="83"/>
                  </a:lnTo>
                  <a:lnTo>
                    <a:pt x="526" y="91"/>
                  </a:lnTo>
                  <a:lnTo>
                    <a:pt x="493" y="96"/>
                  </a:lnTo>
                  <a:lnTo>
                    <a:pt x="458" y="98"/>
                  </a:lnTo>
                  <a:lnTo>
                    <a:pt x="433" y="97"/>
                  </a:lnTo>
                  <a:lnTo>
                    <a:pt x="408" y="94"/>
                  </a:lnTo>
                  <a:lnTo>
                    <a:pt x="384" y="90"/>
                  </a:lnTo>
                  <a:lnTo>
                    <a:pt x="361" y="85"/>
                  </a:lnTo>
                  <a:lnTo>
                    <a:pt x="338" y="77"/>
                  </a:lnTo>
                  <a:lnTo>
                    <a:pt x="316" y="69"/>
                  </a:lnTo>
                  <a:lnTo>
                    <a:pt x="295" y="58"/>
                  </a:lnTo>
                  <a:lnTo>
                    <a:pt x="274" y="46"/>
                  </a:lnTo>
                  <a:lnTo>
                    <a:pt x="311" y="8"/>
                  </a:lnTo>
                </a:path>
              </a:pathLst>
            </a:custGeom>
            <a:solidFill>
              <a:schemeClr val="tx1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5" name="Freeform 6"/>
            <p:cNvSpPr/>
            <p:nvPr/>
          </p:nvSpPr>
          <p:spPr bwMode="auto">
            <a:xfrm>
              <a:off x="3494" y="1690"/>
              <a:ext cx="616" cy="1356"/>
            </a:xfrm>
            <a:custGeom>
              <a:avLst/>
              <a:gdLst>
                <a:gd name="T0" fmla="*/ 5 w 425"/>
                <a:gd name="T1" fmla="*/ 637 h 948"/>
                <a:gd name="T2" fmla="*/ 69 w 425"/>
                <a:gd name="T3" fmla="*/ 883 h 948"/>
                <a:gd name="T4" fmla="*/ 325 w 425"/>
                <a:gd name="T5" fmla="*/ 947 h 948"/>
                <a:gd name="T6" fmla="*/ 281 w 425"/>
                <a:gd name="T7" fmla="*/ 905 h 948"/>
                <a:gd name="T8" fmla="*/ 314 w 425"/>
                <a:gd name="T9" fmla="*/ 860 h 948"/>
                <a:gd name="T10" fmla="*/ 342 w 425"/>
                <a:gd name="T11" fmla="*/ 813 h 948"/>
                <a:gd name="T12" fmla="*/ 367 w 425"/>
                <a:gd name="T13" fmla="*/ 763 h 948"/>
                <a:gd name="T14" fmla="*/ 388 w 425"/>
                <a:gd name="T15" fmla="*/ 711 h 948"/>
                <a:gd name="T16" fmla="*/ 404 w 425"/>
                <a:gd name="T17" fmla="*/ 657 h 948"/>
                <a:gd name="T18" fmla="*/ 417 w 425"/>
                <a:gd name="T19" fmla="*/ 602 h 948"/>
                <a:gd name="T20" fmla="*/ 424 w 425"/>
                <a:gd name="T21" fmla="*/ 545 h 948"/>
                <a:gd name="T22" fmla="*/ 424 w 425"/>
                <a:gd name="T23" fmla="*/ 487 h 948"/>
                <a:gd name="T24" fmla="*/ 423 w 425"/>
                <a:gd name="T25" fmla="*/ 416 h 948"/>
                <a:gd name="T26" fmla="*/ 412 w 425"/>
                <a:gd name="T27" fmla="*/ 347 h 948"/>
                <a:gd name="T28" fmla="*/ 394 w 425"/>
                <a:gd name="T29" fmla="*/ 281 h 948"/>
                <a:gd name="T30" fmla="*/ 371 w 425"/>
                <a:gd name="T31" fmla="*/ 219 h 948"/>
                <a:gd name="T32" fmla="*/ 342 w 425"/>
                <a:gd name="T33" fmla="*/ 158 h 948"/>
                <a:gd name="T34" fmla="*/ 306 w 425"/>
                <a:gd name="T35" fmla="*/ 101 h 948"/>
                <a:gd name="T36" fmla="*/ 266 w 425"/>
                <a:gd name="T37" fmla="*/ 48 h 948"/>
                <a:gd name="T38" fmla="*/ 220 w 425"/>
                <a:gd name="T39" fmla="*/ 0 h 948"/>
                <a:gd name="T40" fmla="*/ 169 w 425"/>
                <a:gd name="T41" fmla="*/ 203 h 948"/>
                <a:gd name="T42" fmla="*/ 0 w 425"/>
                <a:gd name="T43" fmla="*/ 247 h 948"/>
                <a:gd name="T44" fmla="*/ 22 w 425"/>
                <a:gd name="T45" fmla="*/ 272 h 948"/>
                <a:gd name="T46" fmla="*/ 40 w 425"/>
                <a:gd name="T47" fmla="*/ 298 h 948"/>
                <a:gd name="T48" fmla="*/ 56 w 425"/>
                <a:gd name="T49" fmla="*/ 326 h 948"/>
                <a:gd name="T50" fmla="*/ 69 w 425"/>
                <a:gd name="T51" fmla="*/ 356 h 948"/>
                <a:gd name="T52" fmla="*/ 81 w 425"/>
                <a:gd name="T53" fmla="*/ 387 h 948"/>
                <a:gd name="T54" fmla="*/ 89 w 425"/>
                <a:gd name="T55" fmla="*/ 419 h 948"/>
                <a:gd name="T56" fmla="*/ 93 w 425"/>
                <a:gd name="T57" fmla="*/ 452 h 948"/>
                <a:gd name="T58" fmla="*/ 95 w 425"/>
                <a:gd name="T59" fmla="*/ 487 h 948"/>
                <a:gd name="T60" fmla="*/ 91 w 425"/>
                <a:gd name="T61" fmla="*/ 536 h 948"/>
                <a:gd name="T62" fmla="*/ 81 w 425"/>
                <a:gd name="T63" fmla="*/ 585 h 948"/>
                <a:gd name="T64" fmla="*/ 64 w 425"/>
                <a:gd name="T65" fmla="*/ 629 h 948"/>
                <a:gd name="T66" fmla="*/ 42 w 425"/>
                <a:gd name="T67" fmla="*/ 671 h 948"/>
                <a:gd name="T68" fmla="*/ 5 w 425"/>
                <a:gd name="T69" fmla="*/ 637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5" h="948">
                  <a:moveTo>
                    <a:pt x="5" y="637"/>
                  </a:moveTo>
                  <a:lnTo>
                    <a:pt x="69" y="883"/>
                  </a:lnTo>
                  <a:lnTo>
                    <a:pt x="325" y="947"/>
                  </a:lnTo>
                  <a:lnTo>
                    <a:pt x="281" y="905"/>
                  </a:lnTo>
                  <a:lnTo>
                    <a:pt x="314" y="860"/>
                  </a:lnTo>
                  <a:lnTo>
                    <a:pt x="342" y="813"/>
                  </a:lnTo>
                  <a:lnTo>
                    <a:pt x="367" y="763"/>
                  </a:lnTo>
                  <a:lnTo>
                    <a:pt x="388" y="711"/>
                  </a:lnTo>
                  <a:lnTo>
                    <a:pt x="404" y="657"/>
                  </a:lnTo>
                  <a:lnTo>
                    <a:pt x="417" y="602"/>
                  </a:lnTo>
                  <a:lnTo>
                    <a:pt x="424" y="545"/>
                  </a:lnTo>
                  <a:lnTo>
                    <a:pt x="424" y="487"/>
                  </a:lnTo>
                  <a:lnTo>
                    <a:pt x="423" y="416"/>
                  </a:lnTo>
                  <a:lnTo>
                    <a:pt x="412" y="347"/>
                  </a:lnTo>
                  <a:lnTo>
                    <a:pt x="394" y="281"/>
                  </a:lnTo>
                  <a:lnTo>
                    <a:pt x="371" y="219"/>
                  </a:lnTo>
                  <a:lnTo>
                    <a:pt x="342" y="158"/>
                  </a:lnTo>
                  <a:lnTo>
                    <a:pt x="306" y="101"/>
                  </a:lnTo>
                  <a:lnTo>
                    <a:pt x="266" y="48"/>
                  </a:lnTo>
                  <a:lnTo>
                    <a:pt x="220" y="0"/>
                  </a:lnTo>
                  <a:lnTo>
                    <a:pt x="169" y="203"/>
                  </a:lnTo>
                  <a:lnTo>
                    <a:pt x="0" y="247"/>
                  </a:lnTo>
                  <a:lnTo>
                    <a:pt x="22" y="272"/>
                  </a:lnTo>
                  <a:lnTo>
                    <a:pt x="40" y="298"/>
                  </a:lnTo>
                  <a:lnTo>
                    <a:pt x="56" y="326"/>
                  </a:lnTo>
                  <a:lnTo>
                    <a:pt x="69" y="356"/>
                  </a:lnTo>
                  <a:lnTo>
                    <a:pt x="81" y="387"/>
                  </a:lnTo>
                  <a:lnTo>
                    <a:pt x="89" y="419"/>
                  </a:lnTo>
                  <a:lnTo>
                    <a:pt x="93" y="452"/>
                  </a:lnTo>
                  <a:lnTo>
                    <a:pt x="95" y="487"/>
                  </a:lnTo>
                  <a:lnTo>
                    <a:pt x="91" y="536"/>
                  </a:lnTo>
                  <a:lnTo>
                    <a:pt x="81" y="585"/>
                  </a:lnTo>
                  <a:lnTo>
                    <a:pt x="64" y="629"/>
                  </a:lnTo>
                  <a:lnTo>
                    <a:pt x="42" y="671"/>
                  </a:lnTo>
                  <a:lnTo>
                    <a:pt x="5" y="637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2408" y="1410"/>
              <a:ext cx="1382" cy="612"/>
            </a:xfrm>
            <a:custGeom>
              <a:avLst/>
              <a:gdLst>
                <a:gd name="T0" fmla="*/ 643 w 954"/>
                <a:gd name="T1" fmla="*/ 425 h 428"/>
                <a:gd name="T2" fmla="*/ 890 w 954"/>
                <a:gd name="T3" fmla="*/ 362 h 428"/>
                <a:gd name="T4" fmla="*/ 953 w 954"/>
                <a:gd name="T5" fmla="*/ 105 h 428"/>
                <a:gd name="T6" fmla="*/ 914 w 954"/>
                <a:gd name="T7" fmla="*/ 147 h 428"/>
                <a:gd name="T8" fmla="*/ 869 w 954"/>
                <a:gd name="T9" fmla="*/ 114 h 428"/>
                <a:gd name="T10" fmla="*/ 821 w 954"/>
                <a:gd name="T11" fmla="*/ 85 h 428"/>
                <a:gd name="T12" fmla="*/ 771 w 954"/>
                <a:gd name="T13" fmla="*/ 60 h 428"/>
                <a:gd name="T14" fmla="*/ 719 w 954"/>
                <a:gd name="T15" fmla="*/ 39 h 428"/>
                <a:gd name="T16" fmla="*/ 664 w 954"/>
                <a:gd name="T17" fmla="*/ 22 h 428"/>
                <a:gd name="T18" fmla="*/ 608 w 954"/>
                <a:gd name="T19" fmla="*/ 10 h 428"/>
                <a:gd name="T20" fmla="*/ 551 w 954"/>
                <a:gd name="T21" fmla="*/ 2 h 428"/>
                <a:gd name="T22" fmla="*/ 491 w 954"/>
                <a:gd name="T23" fmla="*/ 0 h 428"/>
                <a:gd name="T24" fmla="*/ 420 w 954"/>
                <a:gd name="T25" fmla="*/ 3 h 428"/>
                <a:gd name="T26" fmla="*/ 351 w 954"/>
                <a:gd name="T27" fmla="*/ 14 h 428"/>
                <a:gd name="T28" fmla="*/ 284 w 954"/>
                <a:gd name="T29" fmla="*/ 32 h 428"/>
                <a:gd name="T30" fmla="*/ 220 w 954"/>
                <a:gd name="T31" fmla="*/ 57 h 428"/>
                <a:gd name="T32" fmla="*/ 160 w 954"/>
                <a:gd name="T33" fmla="*/ 86 h 428"/>
                <a:gd name="T34" fmla="*/ 102 w 954"/>
                <a:gd name="T35" fmla="*/ 122 h 428"/>
                <a:gd name="T36" fmla="*/ 49 w 954"/>
                <a:gd name="T37" fmla="*/ 163 h 428"/>
                <a:gd name="T38" fmla="*/ 0 w 954"/>
                <a:gd name="T39" fmla="*/ 209 h 428"/>
                <a:gd name="T40" fmla="*/ 207 w 954"/>
                <a:gd name="T41" fmla="*/ 261 h 428"/>
                <a:gd name="T42" fmla="*/ 251 w 954"/>
                <a:gd name="T43" fmla="*/ 427 h 428"/>
                <a:gd name="T44" fmla="*/ 276 w 954"/>
                <a:gd name="T45" fmla="*/ 405 h 428"/>
                <a:gd name="T46" fmla="*/ 302 w 954"/>
                <a:gd name="T47" fmla="*/ 387 h 428"/>
                <a:gd name="T48" fmla="*/ 330 w 954"/>
                <a:gd name="T49" fmla="*/ 370 h 428"/>
                <a:gd name="T50" fmla="*/ 360 w 954"/>
                <a:gd name="T51" fmla="*/ 357 h 428"/>
                <a:gd name="T52" fmla="*/ 391 w 954"/>
                <a:gd name="T53" fmla="*/ 346 h 428"/>
                <a:gd name="T54" fmla="*/ 424 w 954"/>
                <a:gd name="T55" fmla="*/ 338 h 428"/>
                <a:gd name="T56" fmla="*/ 458 w 954"/>
                <a:gd name="T57" fmla="*/ 333 h 428"/>
                <a:gd name="T58" fmla="*/ 491 w 954"/>
                <a:gd name="T59" fmla="*/ 331 h 428"/>
                <a:gd name="T60" fmla="*/ 543 w 954"/>
                <a:gd name="T61" fmla="*/ 335 h 428"/>
                <a:gd name="T62" fmla="*/ 591 w 954"/>
                <a:gd name="T63" fmla="*/ 346 h 428"/>
                <a:gd name="T64" fmla="*/ 638 w 954"/>
                <a:gd name="T65" fmla="*/ 363 h 428"/>
                <a:gd name="T66" fmla="*/ 680 w 954"/>
                <a:gd name="T67" fmla="*/ 386 h 428"/>
                <a:gd name="T68" fmla="*/ 643 w 954"/>
                <a:gd name="T69" fmla="*/ 42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4" h="428">
                  <a:moveTo>
                    <a:pt x="643" y="425"/>
                  </a:moveTo>
                  <a:lnTo>
                    <a:pt x="890" y="362"/>
                  </a:lnTo>
                  <a:lnTo>
                    <a:pt x="953" y="105"/>
                  </a:lnTo>
                  <a:lnTo>
                    <a:pt x="914" y="147"/>
                  </a:lnTo>
                  <a:lnTo>
                    <a:pt x="869" y="114"/>
                  </a:lnTo>
                  <a:lnTo>
                    <a:pt x="821" y="85"/>
                  </a:lnTo>
                  <a:lnTo>
                    <a:pt x="771" y="60"/>
                  </a:lnTo>
                  <a:lnTo>
                    <a:pt x="719" y="39"/>
                  </a:lnTo>
                  <a:lnTo>
                    <a:pt x="664" y="22"/>
                  </a:lnTo>
                  <a:lnTo>
                    <a:pt x="608" y="10"/>
                  </a:lnTo>
                  <a:lnTo>
                    <a:pt x="551" y="2"/>
                  </a:lnTo>
                  <a:lnTo>
                    <a:pt x="491" y="0"/>
                  </a:lnTo>
                  <a:lnTo>
                    <a:pt x="420" y="3"/>
                  </a:lnTo>
                  <a:lnTo>
                    <a:pt x="351" y="14"/>
                  </a:lnTo>
                  <a:lnTo>
                    <a:pt x="284" y="32"/>
                  </a:lnTo>
                  <a:lnTo>
                    <a:pt x="220" y="57"/>
                  </a:lnTo>
                  <a:lnTo>
                    <a:pt x="160" y="86"/>
                  </a:lnTo>
                  <a:lnTo>
                    <a:pt x="102" y="122"/>
                  </a:lnTo>
                  <a:lnTo>
                    <a:pt x="49" y="163"/>
                  </a:lnTo>
                  <a:lnTo>
                    <a:pt x="0" y="209"/>
                  </a:lnTo>
                  <a:lnTo>
                    <a:pt x="207" y="261"/>
                  </a:lnTo>
                  <a:lnTo>
                    <a:pt x="251" y="427"/>
                  </a:lnTo>
                  <a:lnTo>
                    <a:pt x="276" y="405"/>
                  </a:lnTo>
                  <a:lnTo>
                    <a:pt x="302" y="387"/>
                  </a:lnTo>
                  <a:lnTo>
                    <a:pt x="330" y="370"/>
                  </a:lnTo>
                  <a:lnTo>
                    <a:pt x="360" y="357"/>
                  </a:lnTo>
                  <a:lnTo>
                    <a:pt x="391" y="346"/>
                  </a:lnTo>
                  <a:lnTo>
                    <a:pt x="424" y="338"/>
                  </a:lnTo>
                  <a:lnTo>
                    <a:pt x="458" y="333"/>
                  </a:lnTo>
                  <a:lnTo>
                    <a:pt x="491" y="331"/>
                  </a:lnTo>
                  <a:lnTo>
                    <a:pt x="543" y="335"/>
                  </a:lnTo>
                  <a:lnTo>
                    <a:pt x="591" y="346"/>
                  </a:lnTo>
                  <a:lnTo>
                    <a:pt x="638" y="363"/>
                  </a:lnTo>
                  <a:lnTo>
                    <a:pt x="680" y="386"/>
                  </a:lnTo>
                  <a:lnTo>
                    <a:pt x="643" y="425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37" name="Group 3"/>
          <p:cNvGrpSpPr/>
          <p:nvPr/>
        </p:nvGrpSpPr>
        <p:grpSpPr bwMode="auto">
          <a:xfrm>
            <a:off x="12324823" y="4487650"/>
            <a:ext cx="585118" cy="595168"/>
            <a:chOff x="2016" y="1344"/>
            <a:chExt cx="2208" cy="2017"/>
          </a:xfrm>
        </p:grpSpPr>
        <p:sp>
          <p:nvSpPr>
            <p:cNvPr id="38" name="Freeform 4"/>
            <p:cNvSpPr/>
            <p:nvPr/>
          </p:nvSpPr>
          <p:spPr bwMode="auto">
            <a:xfrm>
              <a:off x="2136" y="1344"/>
              <a:ext cx="1174" cy="809"/>
            </a:xfrm>
            <a:custGeom>
              <a:avLst/>
              <a:gdLst>
                <a:gd name="T0" fmla="*/ 579 w 741"/>
                <a:gd name="T1" fmla="*/ 438 h 565"/>
                <a:gd name="T2" fmla="*/ 740 w 741"/>
                <a:gd name="T3" fmla="*/ 243 h 565"/>
                <a:gd name="T4" fmla="*/ 642 w 741"/>
                <a:gd name="T5" fmla="*/ 0 h 565"/>
                <a:gd name="T6" fmla="*/ 635 w 741"/>
                <a:gd name="T7" fmla="*/ 54 h 565"/>
                <a:gd name="T8" fmla="*/ 610 w 741"/>
                <a:gd name="T9" fmla="*/ 53 h 565"/>
                <a:gd name="T10" fmla="*/ 560 w 741"/>
                <a:gd name="T11" fmla="*/ 55 h 565"/>
                <a:gd name="T12" fmla="*/ 511 w 741"/>
                <a:gd name="T13" fmla="*/ 60 h 565"/>
                <a:gd name="T14" fmla="*/ 463 w 741"/>
                <a:gd name="T15" fmla="*/ 69 h 565"/>
                <a:gd name="T16" fmla="*/ 417 w 741"/>
                <a:gd name="T17" fmla="*/ 81 h 565"/>
                <a:gd name="T18" fmla="*/ 372 w 741"/>
                <a:gd name="T19" fmla="*/ 96 h 565"/>
                <a:gd name="T20" fmla="*/ 328 w 741"/>
                <a:gd name="T21" fmla="*/ 115 h 565"/>
                <a:gd name="T22" fmla="*/ 286 w 741"/>
                <a:gd name="T23" fmla="*/ 136 h 565"/>
                <a:gd name="T24" fmla="*/ 246 w 741"/>
                <a:gd name="T25" fmla="*/ 159 h 565"/>
                <a:gd name="T26" fmla="*/ 208 w 741"/>
                <a:gd name="T27" fmla="*/ 186 h 565"/>
                <a:gd name="T28" fmla="*/ 171 w 741"/>
                <a:gd name="T29" fmla="*/ 215 h 565"/>
                <a:gd name="T30" fmla="*/ 137 w 741"/>
                <a:gd name="T31" fmla="*/ 247 h 565"/>
                <a:gd name="T32" fmla="*/ 104 w 741"/>
                <a:gd name="T33" fmla="*/ 280 h 565"/>
                <a:gd name="T34" fmla="*/ 74 w 741"/>
                <a:gd name="T35" fmla="*/ 316 h 565"/>
                <a:gd name="T36" fmla="*/ 47 w 741"/>
                <a:gd name="T37" fmla="*/ 354 h 565"/>
                <a:gd name="T38" fmla="*/ 23 w 741"/>
                <a:gd name="T39" fmla="*/ 394 h 565"/>
                <a:gd name="T40" fmla="*/ 0 w 741"/>
                <a:gd name="T41" fmla="*/ 435 h 565"/>
                <a:gd name="T42" fmla="*/ 212 w 741"/>
                <a:gd name="T43" fmla="*/ 421 h 565"/>
                <a:gd name="T44" fmla="*/ 304 w 741"/>
                <a:gd name="T45" fmla="*/ 564 h 565"/>
                <a:gd name="T46" fmla="*/ 327 w 741"/>
                <a:gd name="T47" fmla="*/ 527 h 565"/>
                <a:gd name="T48" fmla="*/ 354 w 741"/>
                <a:gd name="T49" fmla="*/ 494 h 565"/>
                <a:gd name="T50" fmla="*/ 385 w 741"/>
                <a:gd name="T51" fmla="*/ 464 h 565"/>
                <a:gd name="T52" fmla="*/ 420 w 741"/>
                <a:gd name="T53" fmla="*/ 439 h 565"/>
                <a:gd name="T54" fmla="*/ 459 w 741"/>
                <a:gd name="T55" fmla="*/ 417 h 565"/>
                <a:gd name="T56" fmla="*/ 478 w 741"/>
                <a:gd name="T57" fmla="*/ 408 h 565"/>
                <a:gd name="T58" fmla="*/ 499 w 741"/>
                <a:gd name="T59" fmla="*/ 400 h 565"/>
                <a:gd name="T60" fmla="*/ 520 w 741"/>
                <a:gd name="T61" fmla="*/ 394 h 565"/>
                <a:gd name="T62" fmla="*/ 542 w 741"/>
                <a:gd name="T63" fmla="*/ 389 h 565"/>
                <a:gd name="T64" fmla="*/ 565 w 741"/>
                <a:gd name="T65" fmla="*/ 385 h 565"/>
                <a:gd name="T66" fmla="*/ 587 w 741"/>
                <a:gd name="T67" fmla="*/ 384 h 565"/>
                <a:gd name="T68" fmla="*/ 579 w 741"/>
                <a:gd name="T69" fmla="*/ 438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1" h="565">
                  <a:moveTo>
                    <a:pt x="579" y="438"/>
                  </a:moveTo>
                  <a:lnTo>
                    <a:pt x="740" y="243"/>
                  </a:lnTo>
                  <a:lnTo>
                    <a:pt x="642" y="0"/>
                  </a:lnTo>
                  <a:lnTo>
                    <a:pt x="635" y="54"/>
                  </a:lnTo>
                  <a:lnTo>
                    <a:pt x="610" y="53"/>
                  </a:lnTo>
                  <a:lnTo>
                    <a:pt x="560" y="55"/>
                  </a:lnTo>
                  <a:lnTo>
                    <a:pt x="511" y="60"/>
                  </a:lnTo>
                  <a:lnTo>
                    <a:pt x="463" y="69"/>
                  </a:lnTo>
                  <a:lnTo>
                    <a:pt x="417" y="81"/>
                  </a:lnTo>
                  <a:lnTo>
                    <a:pt x="372" y="96"/>
                  </a:lnTo>
                  <a:lnTo>
                    <a:pt x="328" y="115"/>
                  </a:lnTo>
                  <a:lnTo>
                    <a:pt x="286" y="136"/>
                  </a:lnTo>
                  <a:lnTo>
                    <a:pt x="246" y="159"/>
                  </a:lnTo>
                  <a:lnTo>
                    <a:pt x="208" y="186"/>
                  </a:lnTo>
                  <a:lnTo>
                    <a:pt x="171" y="215"/>
                  </a:lnTo>
                  <a:lnTo>
                    <a:pt x="137" y="247"/>
                  </a:lnTo>
                  <a:lnTo>
                    <a:pt x="104" y="280"/>
                  </a:lnTo>
                  <a:lnTo>
                    <a:pt x="74" y="316"/>
                  </a:lnTo>
                  <a:lnTo>
                    <a:pt x="47" y="354"/>
                  </a:lnTo>
                  <a:lnTo>
                    <a:pt x="23" y="394"/>
                  </a:lnTo>
                  <a:lnTo>
                    <a:pt x="0" y="435"/>
                  </a:lnTo>
                  <a:lnTo>
                    <a:pt x="212" y="421"/>
                  </a:lnTo>
                  <a:lnTo>
                    <a:pt x="304" y="564"/>
                  </a:lnTo>
                  <a:lnTo>
                    <a:pt x="327" y="527"/>
                  </a:lnTo>
                  <a:lnTo>
                    <a:pt x="354" y="494"/>
                  </a:lnTo>
                  <a:lnTo>
                    <a:pt x="385" y="464"/>
                  </a:lnTo>
                  <a:lnTo>
                    <a:pt x="420" y="439"/>
                  </a:lnTo>
                  <a:lnTo>
                    <a:pt x="459" y="417"/>
                  </a:lnTo>
                  <a:lnTo>
                    <a:pt x="478" y="408"/>
                  </a:lnTo>
                  <a:lnTo>
                    <a:pt x="499" y="400"/>
                  </a:lnTo>
                  <a:lnTo>
                    <a:pt x="520" y="394"/>
                  </a:lnTo>
                  <a:lnTo>
                    <a:pt x="542" y="389"/>
                  </a:lnTo>
                  <a:lnTo>
                    <a:pt x="565" y="385"/>
                  </a:lnTo>
                  <a:lnTo>
                    <a:pt x="587" y="384"/>
                  </a:lnTo>
                  <a:lnTo>
                    <a:pt x="579" y="438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9" name="Freeform 5"/>
            <p:cNvSpPr/>
            <p:nvPr/>
          </p:nvSpPr>
          <p:spPr bwMode="auto">
            <a:xfrm>
              <a:off x="3205" y="1430"/>
              <a:ext cx="1019" cy="924"/>
            </a:xfrm>
            <a:custGeom>
              <a:avLst/>
              <a:gdLst>
                <a:gd name="T0" fmla="*/ 206 w 643"/>
                <a:gd name="T1" fmla="*/ 552 h 646"/>
                <a:gd name="T2" fmla="*/ 444 w 643"/>
                <a:gd name="T3" fmla="*/ 645 h 646"/>
                <a:gd name="T4" fmla="*/ 642 w 643"/>
                <a:gd name="T5" fmla="*/ 477 h 646"/>
                <a:gd name="T6" fmla="*/ 587 w 643"/>
                <a:gd name="T7" fmla="*/ 487 h 646"/>
                <a:gd name="T8" fmla="*/ 571 w 643"/>
                <a:gd name="T9" fmla="*/ 440 h 646"/>
                <a:gd name="T10" fmla="*/ 552 w 643"/>
                <a:gd name="T11" fmla="*/ 394 h 646"/>
                <a:gd name="T12" fmla="*/ 531 w 643"/>
                <a:gd name="T13" fmla="*/ 351 h 646"/>
                <a:gd name="T14" fmla="*/ 506 w 643"/>
                <a:gd name="T15" fmla="*/ 309 h 646"/>
                <a:gd name="T16" fmla="*/ 479 w 643"/>
                <a:gd name="T17" fmla="*/ 269 h 646"/>
                <a:gd name="T18" fmla="*/ 449 w 643"/>
                <a:gd name="T19" fmla="*/ 232 h 646"/>
                <a:gd name="T20" fmla="*/ 416 w 643"/>
                <a:gd name="T21" fmla="*/ 196 h 646"/>
                <a:gd name="T22" fmla="*/ 381 w 643"/>
                <a:gd name="T23" fmla="*/ 162 h 646"/>
                <a:gd name="T24" fmla="*/ 343 w 643"/>
                <a:gd name="T25" fmla="*/ 132 h 646"/>
                <a:gd name="T26" fmla="*/ 304 w 643"/>
                <a:gd name="T27" fmla="*/ 104 h 646"/>
                <a:gd name="T28" fmla="*/ 263 w 643"/>
                <a:gd name="T29" fmla="*/ 78 h 646"/>
                <a:gd name="T30" fmla="*/ 220 w 643"/>
                <a:gd name="T31" fmla="*/ 56 h 646"/>
                <a:gd name="T32" fmla="*/ 175 w 643"/>
                <a:gd name="T33" fmla="*/ 37 h 646"/>
                <a:gd name="T34" fmla="*/ 128 w 643"/>
                <a:gd name="T35" fmla="*/ 21 h 646"/>
                <a:gd name="T36" fmla="*/ 80 w 643"/>
                <a:gd name="T37" fmla="*/ 9 h 646"/>
                <a:gd name="T38" fmla="*/ 31 w 643"/>
                <a:gd name="T39" fmla="*/ 0 h 646"/>
                <a:gd name="T40" fmla="*/ 110 w 643"/>
                <a:gd name="T41" fmla="*/ 196 h 646"/>
                <a:gd name="T42" fmla="*/ 0 w 643"/>
                <a:gd name="T43" fmla="*/ 329 h 646"/>
                <a:gd name="T44" fmla="*/ 44 w 643"/>
                <a:gd name="T45" fmla="*/ 340 h 646"/>
                <a:gd name="T46" fmla="*/ 84 w 643"/>
                <a:gd name="T47" fmla="*/ 357 h 646"/>
                <a:gd name="T48" fmla="*/ 122 w 643"/>
                <a:gd name="T49" fmla="*/ 378 h 646"/>
                <a:gd name="T50" fmla="*/ 157 w 643"/>
                <a:gd name="T51" fmla="*/ 405 h 646"/>
                <a:gd name="T52" fmla="*/ 174 w 643"/>
                <a:gd name="T53" fmla="*/ 419 h 646"/>
                <a:gd name="T54" fmla="*/ 189 w 643"/>
                <a:gd name="T55" fmla="*/ 434 h 646"/>
                <a:gd name="T56" fmla="*/ 216 w 643"/>
                <a:gd name="T57" fmla="*/ 468 h 646"/>
                <a:gd name="T58" fmla="*/ 240 w 643"/>
                <a:gd name="T59" fmla="*/ 504 h 646"/>
                <a:gd name="T60" fmla="*/ 258 w 643"/>
                <a:gd name="T61" fmla="*/ 543 h 646"/>
                <a:gd name="T62" fmla="*/ 206 w 643"/>
                <a:gd name="T63" fmla="*/ 552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3" h="646">
                  <a:moveTo>
                    <a:pt x="206" y="552"/>
                  </a:moveTo>
                  <a:lnTo>
                    <a:pt x="444" y="645"/>
                  </a:lnTo>
                  <a:lnTo>
                    <a:pt x="642" y="477"/>
                  </a:lnTo>
                  <a:lnTo>
                    <a:pt x="587" y="487"/>
                  </a:lnTo>
                  <a:lnTo>
                    <a:pt x="571" y="440"/>
                  </a:lnTo>
                  <a:lnTo>
                    <a:pt x="552" y="394"/>
                  </a:lnTo>
                  <a:lnTo>
                    <a:pt x="531" y="351"/>
                  </a:lnTo>
                  <a:lnTo>
                    <a:pt x="506" y="309"/>
                  </a:lnTo>
                  <a:lnTo>
                    <a:pt x="479" y="269"/>
                  </a:lnTo>
                  <a:lnTo>
                    <a:pt x="449" y="232"/>
                  </a:lnTo>
                  <a:lnTo>
                    <a:pt x="416" y="196"/>
                  </a:lnTo>
                  <a:lnTo>
                    <a:pt x="381" y="162"/>
                  </a:lnTo>
                  <a:lnTo>
                    <a:pt x="343" y="132"/>
                  </a:lnTo>
                  <a:lnTo>
                    <a:pt x="304" y="104"/>
                  </a:lnTo>
                  <a:lnTo>
                    <a:pt x="263" y="78"/>
                  </a:lnTo>
                  <a:lnTo>
                    <a:pt x="220" y="56"/>
                  </a:lnTo>
                  <a:lnTo>
                    <a:pt x="175" y="37"/>
                  </a:lnTo>
                  <a:lnTo>
                    <a:pt x="128" y="21"/>
                  </a:lnTo>
                  <a:lnTo>
                    <a:pt x="80" y="9"/>
                  </a:lnTo>
                  <a:lnTo>
                    <a:pt x="31" y="0"/>
                  </a:lnTo>
                  <a:lnTo>
                    <a:pt x="110" y="196"/>
                  </a:lnTo>
                  <a:lnTo>
                    <a:pt x="0" y="329"/>
                  </a:lnTo>
                  <a:lnTo>
                    <a:pt x="44" y="340"/>
                  </a:lnTo>
                  <a:lnTo>
                    <a:pt x="84" y="357"/>
                  </a:lnTo>
                  <a:lnTo>
                    <a:pt x="122" y="378"/>
                  </a:lnTo>
                  <a:lnTo>
                    <a:pt x="157" y="405"/>
                  </a:lnTo>
                  <a:lnTo>
                    <a:pt x="174" y="419"/>
                  </a:lnTo>
                  <a:lnTo>
                    <a:pt x="189" y="434"/>
                  </a:lnTo>
                  <a:lnTo>
                    <a:pt x="216" y="468"/>
                  </a:lnTo>
                  <a:lnTo>
                    <a:pt x="240" y="504"/>
                  </a:lnTo>
                  <a:lnTo>
                    <a:pt x="258" y="543"/>
                  </a:lnTo>
                  <a:lnTo>
                    <a:pt x="206" y="552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0" name="Freeform 6"/>
            <p:cNvSpPr/>
            <p:nvPr/>
          </p:nvSpPr>
          <p:spPr bwMode="auto">
            <a:xfrm>
              <a:off x="3397" y="2228"/>
              <a:ext cx="780" cy="1044"/>
            </a:xfrm>
            <a:custGeom>
              <a:avLst/>
              <a:gdLst>
                <a:gd name="T0" fmla="*/ 16 w 492"/>
                <a:gd name="T1" fmla="*/ 336 h 730"/>
                <a:gd name="T2" fmla="*/ 0 w 492"/>
                <a:gd name="T3" fmla="*/ 590 h 730"/>
                <a:gd name="T4" fmla="*/ 221 w 492"/>
                <a:gd name="T5" fmla="*/ 729 h 730"/>
                <a:gd name="T6" fmla="*/ 193 w 492"/>
                <a:gd name="T7" fmla="*/ 676 h 730"/>
                <a:gd name="T8" fmla="*/ 257 w 492"/>
                <a:gd name="T9" fmla="*/ 626 h 730"/>
                <a:gd name="T10" fmla="*/ 316 w 492"/>
                <a:gd name="T11" fmla="*/ 569 h 730"/>
                <a:gd name="T12" fmla="*/ 367 w 492"/>
                <a:gd name="T13" fmla="*/ 506 h 730"/>
                <a:gd name="T14" fmla="*/ 410 w 492"/>
                <a:gd name="T15" fmla="*/ 437 h 730"/>
                <a:gd name="T16" fmla="*/ 445 w 492"/>
                <a:gd name="T17" fmla="*/ 362 h 730"/>
                <a:gd name="T18" fmla="*/ 470 w 492"/>
                <a:gd name="T19" fmla="*/ 282 h 730"/>
                <a:gd name="T20" fmla="*/ 486 w 492"/>
                <a:gd name="T21" fmla="*/ 199 h 730"/>
                <a:gd name="T22" fmla="*/ 491 w 492"/>
                <a:gd name="T23" fmla="*/ 113 h 730"/>
                <a:gd name="T24" fmla="*/ 488 w 492"/>
                <a:gd name="T25" fmla="*/ 56 h 730"/>
                <a:gd name="T26" fmla="*/ 481 w 492"/>
                <a:gd name="T27" fmla="*/ 0 h 730"/>
                <a:gd name="T28" fmla="*/ 323 w 492"/>
                <a:gd name="T29" fmla="*/ 134 h 730"/>
                <a:gd name="T30" fmla="*/ 158 w 492"/>
                <a:gd name="T31" fmla="*/ 69 h 730"/>
                <a:gd name="T32" fmla="*/ 162 w 492"/>
                <a:gd name="T33" fmla="*/ 113 h 730"/>
                <a:gd name="T34" fmla="*/ 160 w 492"/>
                <a:gd name="T35" fmla="*/ 153 h 730"/>
                <a:gd name="T36" fmla="*/ 153 w 492"/>
                <a:gd name="T37" fmla="*/ 191 h 730"/>
                <a:gd name="T38" fmla="*/ 143 w 492"/>
                <a:gd name="T39" fmla="*/ 227 h 730"/>
                <a:gd name="T40" fmla="*/ 129 w 492"/>
                <a:gd name="T41" fmla="*/ 263 h 730"/>
                <a:gd name="T42" fmla="*/ 111 w 492"/>
                <a:gd name="T43" fmla="*/ 296 h 730"/>
                <a:gd name="T44" fmla="*/ 90 w 492"/>
                <a:gd name="T45" fmla="*/ 327 h 730"/>
                <a:gd name="T46" fmla="*/ 66 w 492"/>
                <a:gd name="T47" fmla="*/ 355 h 730"/>
                <a:gd name="T48" fmla="*/ 39 w 492"/>
                <a:gd name="T49" fmla="*/ 380 h 730"/>
                <a:gd name="T50" fmla="*/ 16 w 492"/>
                <a:gd name="T51" fmla="*/ 336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2" h="730">
                  <a:moveTo>
                    <a:pt x="16" y="336"/>
                  </a:moveTo>
                  <a:lnTo>
                    <a:pt x="0" y="590"/>
                  </a:lnTo>
                  <a:lnTo>
                    <a:pt x="221" y="729"/>
                  </a:lnTo>
                  <a:lnTo>
                    <a:pt x="193" y="676"/>
                  </a:lnTo>
                  <a:lnTo>
                    <a:pt x="257" y="626"/>
                  </a:lnTo>
                  <a:lnTo>
                    <a:pt x="316" y="569"/>
                  </a:lnTo>
                  <a:lnTo>
                    <a:pt x="367" y="506"/>
                  </a:lnTo>
                  <a:lnTo>
                    <a:pt x="410" y="437"/>
                  </a:lnTo>
                  <a:lnTo>
                    <a:pt x="445" y="362"/>
                  </a:lnTo>
                  <a:lnTo>
                    <a:pt x="470" y="282"/>
                  </a:lnTo>
                  <a:lnTo>
                    <a:pt x="486" y="199"/>
                  </a:lnTo>
                  <a:lnTo>
                    <a:pt x="491" y="113"/>
                  </a:lnTo>
                  <a:lnTo>
                    <a:pt x="488" y="56"/>
                  </a:lnTo>
                  <a:lnTo>
                    <a:pt x="481" y="0"/>
                  </a:lnTo>
                  <a:lnTo>
                    <a:pt x="323" y="134"/>
                  </a:lnTo>
                  <a:lnTo>
                    <a:pt x="158" y="69"/>
                  </a:lnTo>
                  <a:lnTo>
                    <a:pt x="162" y="113"/>
                  </a:lnTo>
                  <a:lnTo>
                    <a:pt x="160" y="153"/>
                  </a:lnTo>
                  <a:lnTo>
                    <a:pt x="153" y="191"/>
                  </a:lnTo>
                  <a:lnTo>
                    <a:pt x="143" y="227"/>
                  </a:lnTo>
                  <a:lnTo>
                    <a:pt x="129" y="263"/>
                  </a:lnTo>
                  <a:lnTo>
                    <a:pt x="111" y="296"/>
                  </a:lnTo>
                  <a:lnTo>
                    <a:pt x="90" y="327"/>
                  </a:lnTo>
                  <a:lnTo>
                    <a:pt x="66" y="355"/>
                  </a:lnTo>
                  <a:lnTo>
                    <a:pt x="39" y="380"/>
                  </a:lnTo>
                  <a:lnTo>
                    <a:pt x="16" y="336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2384" y="2765"/>
              <a:ext cx="1223" cy="596"/>
            </a:xfrm>
            <a:custGeom>
              <a:avLst/>
              <a:gdLst>
                <a:gd name="T0" fmla="*/ 309 w 772"/>
                <a:gd name="T1" fmla="*/ 0 h 417"/>
                <a:gd name="T2" fmla="*/ 63 w 772"/>
                <a:gd name="T3" fmla="*/ 64 h 417"/>
                <a:gd name="T4" fmla="*/ 0 w 772"/>
                <a:gd name="T5" fmla="*/ 317 h 417"/>
                <a:gd name="T6" fmla="*/ 40 w 772"/>
                <a:gd name="T7" fmla="*/ 276 h 417"/>
                <a:gd name="T8" fmla="*/ 84 w 772"/>
                <a:gd name="T9" fmla="*/ 307 h 417"/>
                <a:gd name="T10" fmla="*/ 131 w 772"/>
                <a:gd name="T11" fmla="*/ 335 h 417"/>
                <a:gd name="T12" fmla="*/ 180 w 772"/>
                <a:gd name="T13" fmla="*/ 360 h 417"/>
                <a:gd name="T14" fmla="*/ 232 w 772"/>
                <a:gd name="T15" fmla="*/ 381 h 417"/>
                <a:gd name="T16" fmla="*/ 285 w 772"/>
                <a:gd name="T17" fmla="*/ 397 h 417"/>
                <a:gd name="T18" fmla="*/ 339 w 772"/>
                <a:gd name="T19" fmla="*/ 408 h 417"/>
                <a:gd name="T20" fmla="*/ 396 w 772"/>
                <a:gd name="T21" fmla="*/ 415 h 417"/>
                <a:gd name="T22" fmla="*/ 454 w 772"/>
                <a:gd name="T23" fmla="*/ 416 h 417"/>
                <a:gd name="T24" fmla="*/ 539 w 772"/>
                <a:gd name="T25" fmla="*/ 412 h 417"/>
                <a:gd name="T26" fmla="*/ 620 w 772"/>
                <a:gd name="T27" fmla="*/ 398 h 417"/>
                <a:gd name="T28" fmla="*/ 660 w 772"/>
                <a:gd name="T29" fmla="*/ 386 h 417"/>
                <a:gd name="T30" fmla="*/ 697 w 772"/>
                <a:gd name="T31" fmla="*/ 372 h 417"/>
                <a:gd name="T32" fmla="*/ 771 w 772"/>
                <a:gd name="T33" fmla="*/ 339 h 417"/>
                <a:gd name="T34" fmla="*/ 596 w 772"/>
                <a:gd name="T35" fmla="*/ 230 h 417"/>
                <a:gd name="T36" fmla="*/ 606 w 772"/>
                <a:gd name="T37" fmla="*/ 53 h 417"/>
                <a:gd name="T38" fmla="*/ 571 w 772"/>
                <a:gd name="T39" fmla="*/ 68 h 417"/>
                <a:gd name="T40" fmla="*/ 533 w 772"/>
                <a:gd name="T41" fmla="*/ 80 h 417"/>
                <a:gd name="T42" fmla="*/ 495 w 772"/>
                <a:gd name="T43" fmla="*/ 86 h 417"/>
                <a:gd name="T44" fmla="*/ 454 w 772"/>
                <a:gd name="T45" fmla="*/ 88 h 417"/>
                <a:gd name="T46" fmla="*/ 405 w 772"/>
                <a:gd name="T47" fmla="*/ 85 h 417"/>
                <a:gd name="T48" fmla="*/ 358 w 772"/>
                <a:gd name="T49" fmla="*/ 74 h 417"/>
                <a:gd name="T50" fmla="*/ 313 w 772"/>
                <a:gd name="T51" fmla="*/ 59 h 417"/>
                <a:gd name="T52" fmla="*/ 272 w 772"/>
                <a:gd name="T53" fmla="*/ 38 h 417"/>
                <a:gd name="T54" fmla="*/ 309 w 772"/>
                <a:gd name="T5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72" h="417">
                  <a:moveTo>
                    <a:pt x="309" y="0"/>
                  </a:moveTo>
                  <a:lnTo>
                    <a:pt x="63" y="64"/>
                  </a:lnTo>
                  <a:lnTo>
                    <a:pt x="0" y="317"/>
                  </a:lnTo>
                  <a:lnTo>
                    <a:pt x="40" y="276"/>
                  </a:lnTo>
                  <a:lnTo>
                    <a:pt x="84" y="307"/>
                  </a:lnTo>
                  <a:lnTo>
                    <a:pt x="131" y="335"/>
                  </a:lnTo>
                  <a:lnTo>
                    <a:pt x="180" y="360"/>
                  </a:lnTo>
                  <a:lnTo>
                    <a:pt x="232" y="381"/>
                  </a:lnTo>
                  <a:lnTo>
                    <a:pt x="285" y="397"/>
                  </a:lnTo>
                  <a:lnTo>
                    <a:pt x="339" y="408"/>
                  </a:lnTo>
                  <a:lnTo>
                    <a:pt x="396" y="415"/>
                  </a:lnTo>
                  <a:lnTo>
                    <a:pt x="454" y="416"/>
                  </a:lnTo>
                  <a:lnTo>
                    <a:pt x="539" y="412"/>
                  </a:lnTo>
                  <a:lnTo>
                    <a:pt x="620" y="398"/>
                  </a:lnTo>
                  <a:lnTo>
                    <a:pt x="660" y="386"/>
                  </a:lnTo>
                  <a:lnTo>
                    <a:pt x="697" y="372"/>
                  </a:lnTo>
                  <a:lnTo>
                    <a:pt x="771" y="339"/>
                  </a:lnTo>
                  <a:lnTo>
                    <a:pt x="596" y="230"/>
                  </a:lnTo>
                  <a:lnTo>
                    <a:pt x="606" y="53"/>
                  </a:lnTo>
                  <a:lnTo>
                    <a:pt x="571" y="68"/>
                  </a:lnTo>
                  <a:lnTo>
                    <a:pt x="533" y="80"/>
                  </a:lnTo>
                  <a:lnTo>
                    <a:pt x="495" y="86"/>
                  </a:lnTo>
                  <a:lnTo>
                    <a:pt x="454" y="88"/>
                  </a:lnTo>
                  <a:lnTo>
                    <a:pt x="405" y="85"/>
                  </a:lnTo>
                  <a:lnTo>
                    <a:pt x="358" y="74"/>
                  </a:lnTo>
                  <a:lnTo>
                    <a:pt x="313" y="59"/>
                  </a:lnTo>
                  <a:lnTo>
                    <a:pt x="272" y="38"/>
                  </a:lnTo>
                  <a:lnTo>
                    <a:pt x="309" y="0"/>
                  </a:lnTo>
                </a:path>
              </a:pathLst>
            </a:custGeom>
            <a:solidFill>
              <a:schemeClr val="tx1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2" name="Freeform 8"/>
            <p:cNvSpPr/>
            <p:nvPr/>
          </p:nvSpPr>
          <p:spPr bwMode="auto">
            <a:xfrm>
              <a:off x="2016" y="2002"/>
              <a:ext cx="689" cy="1090"/>
            </a:xfrm>
            <a:custGeom>
              <a:avLst/>
              <a:gdLst>
                <a:gd name="T0" fmla="*/ 396 w 435"/>
                <a:gd name="T1" fmla="*/ 214 h 762"/>
                <a:gd name="T2" fmla="*/ 260 w 435"/>
                <a:gd name="T3" fmla="*/ 0 h 762"/>
                <a:gd name="T4" fmla="*/ 0 w 435"/>
                <a:gd name="T5" fmla="*/ 18 h 762"/>
                <a:gd name="T6" fmla="*/ 47 w 435"/>
                <a:gd name="T7" fmla="*/ 42 h 762"/>
                <a:gd name="T8" fmla="*/ 32 w 435"/>
                <a:gd name="T9" fmla="*/ 89 h 762"/>
                <a:gd name="T10" fmla="*/ 21 w 435"/>
                <a:gd name="T11" fmla="*/ 137 h 762"/>
                <a:gd name="T12" fmla="*/ 14 w 435"/>
                <a:gd name="T13" fmla="*/ 185 h 762"/>
                <a:gd name="T14" fmla="*/ 10 w 435"/>
                <a:gd name="T15" fmla="*/ 233 h 762"/>
                <a:gd name="T16" fmla="*/ 9 w 435"/>
                <a:gd name="T17" fmla="*/ 281 h 762"/>
                <a:gd name="T18" fmla="*/ 11 w 435"/>
                <a:gd name="T19" fmla="*/ 330 h 762"/>
                <a:gd name="T20" fmla="*/ 17 w 435"/>
                <a:gd name="T21" fmla="*/ 378 h 762"/>
                <a:gd name="T22" fmla="*/ 25 w 435"/>
                <a:gd name="T23" fmla="*/ 425 h 762"/>
                <a:gd name="T24" fmla="*/ 39 w 435"/>
                <a:gd name="T25" fmla="*/ 473 h 762"/>
                <a:gd name="T26" fmla="*/ 54 w 435"/>
                <a:gd name="T27" fmla="*/ 517 h 762"/>
                <a:gd name="T28" fmla="*/ 74 w 435"/>
                <a:gd name="T29" fmla="*/ 562 h 762"/>
                <a:gd name="T30" fmla="*/ 95 w 435"/>
                <a:gd name="T31" fmla="*/ 606 h 762"/>
                <a:gd name="T32" fmla="*/ 121 w 435"/>
                <a:gd name="T33" fmla="*/ 647 h 762"/>
                <a:gd name="T34" fmla="*/ 150 w 435"/>
                <a:gd name="T35" fmla="*/ 686 h 762"/>
                <a:gd name="T36" fmla="*/ 182 w 435"/>
                <a:gd name="T37" fmla="*/ 725 h 762"/>
                <a:gd name="T38" fmla="*/ 216 w 435"/>
                <a:gd name="T39" fmla="*/ 761 h 762"/>
                <a:gd name="T40" fmla="*/ 266 w 435"/>
                <a:gd name="T41" fmla="*/ 558 h 762"/>
                <a:gd name="T42" fmla="*/ 434 w 435"/>
                <a:gd name="T43" fmla="*/ 515 h 762"/>
                <a:gd name="T44" fmla="*/ 406 w 435"/>
                <a:gd name="T45" fmla="*/ 480 h 762"/>
                <a:gd name="T46" fmla="*/ 382 w 435"/>
                <a:gd name="T47" fmla="*/ 444 h 762"/>
                <a:gd name="T48" fmla="*/ 363 w 435"/>
                <a:gd name="T49" fmla="*/ 404 h 762"/>
                <a:gd name="T50" fmla="*/ 349 w 435"/>
                <a:gd name="T51" fmla="*/ 363 h 762"/>
                <a:gd name="T52" fmla="*/ 340 w 435"/>
                <a:gd name="T53" fmla="*/ 319 h 762"/>
                <a:gd name="T54" fmla="*/ 337 w 435"/>
                <a:gd name="T55" fmla="*/ 275 h 762"/>
                <a:gd name="T56" fmla="*/ 339 w 435"/>
                <a:gd name="T57" fmla="*/ 231 h 762"/>
                <a:gd name="T58" fmla="*/ 342 w 435"/>
                <a:gd name="T59" fmla="*/ 210 h 762"/>
                <a:gd name="T60" fmla="*/ 347 w 435"/>
                <a:gd name="T61" fmla="*/ 188 h 762"/>
                <a:gd name="T62" fmla="*/ 396 w 435"/>
                <a:gd name="T63" fmla="*/ 214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5" h="762">
                  <a:moveTo>
                    <a:pt x="396" y="214"/>
                  </a:moveTo>
                  <a:lnTo>
                    <a:pt x="260" y="0"/>
                  </a:lnTo>
                  <a:lnTo>
                    <a:pt x="0" y="18"/>
                  </a:lnTo>
                  <a:lnTo>
                    <a:pt x="47" y="42"/>
                  </a:lnTo>
                  <a:lnTo>
                    <a:pt x="32" y="89"/>
                  </a:lnTo>
                  <a:lnTo>
                    <a:pt x="21" y="137"/>
                  </a:lnTo>
                  <a:lnTo>
                    <a:pt x="14" y="185"/>
                  </a:lnTo>
                  <a:lnTo>
                    <a:pt x="10" y="233"/>
                  </a:lnTo>
                  <a:lnTo>
                    <a:pt x="9" y="281"/>
                  </a:lnTo>
                  <a:lnTo>
                    <a:pt x="11" y="330"/>
                  </a:lnTo>
                  <a:lnTo>
                    <a:pt x="17" y="378"/>
                  </a:lnTo>
                  <a:lnTo>
                    <a:pt x="25" y="425"/>
                  </a:lnTo>
                  <a:lnTo>
                    <a:pt x="39" y="473"/>
                  </a:lnTo>
                  <a:lnTo>
                    <a:pt x="54" y="517"/>
                  </a:lnTo>
                  <a:lnTo>
                    <a:pt x="74" y="562"/>
                  </a:lnTo>
                  <a:lnTo>
                    <a:pt x="95" y="606"/>
                  </a:lnTo>
                  <a:lnTo>
                    <a:pt x="121" y="647"/>
                  </a:lnTo>
                  <a:lnTo>
                    <a:pt x="150" y="686"/>
                  </a:lnTo>
                  <a:lnTo>
                    <a:pt x="182" y="725"/>
                  </a:lnTo>
                  <a:lnTo>
                    <a:pt x="216" y="761"/>
                  </a:lnTo>
                  <a:lnTo>
                    <a:pt x="266" y="558"/>
                  </a:lnTo>
                  <a:lnTo>
                    <a:pt x="434" y="515"/>
                  </a:lnTo>
                  <a:lnTo>
                    <a:pt x="406" y="480"/>
                  </a:lnTo>
                  <a:lnTo>
                    <a:pt x="382" y="444"/>
                  </a:lnTo>
                  <a:lnTo>
                    <a:pt x="363" y="404"/>
                  </a:lnTo>
                  <a:lnTo>
                    <a:pt x="349" y="363"/>
                  </a:lnTo>
                  <a:lnTo>
                    <a:pt x="340" y="319"/>
                  </a:lnTo>
                  <a:lnTo>
                    <a:pt x="337" y="275"/>
                  </a:lnTo>
                  <a:lnTo>
                    <a:pt x="339" y="231"/>
                  </a:lnTo>
                  <a:lnTo>
                    <a:pt x="342" y="210"/>
                  </a:lnTo>
                  <a:lnTo>
                    <a:pt x="347" y="188"/>
                  </a:lnTo>
                  <a:lnTo>
                    <a:pt x="396" y="21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43" name="Group 3"/>
          <p:cNvGrpSpPr/>
          <p:nvPr/>
        </p:nvGrpSpPr>
        <p:grpSpPr bwMode="auto">
          <a:xfrm>
            <a:off x="12314942" y="5190327"/>
            <a:ext cx="594999" cy="547177"/>
            <a:chOff x="1997" y="1398"/>
            <a:chExt cx="2245" cy="1968"/>
          </a:xfrm>
        </p:grpSpPr>
        <p:sp>
          <p:nvSpPr>
            <p:cNvPr id="44" name="Freeform 4"/>
            <p:cNvSpPr/>
            <p:nvPr/>
          </p:nvSpPr>
          <p:spPr bwMode="auto">
            <a:xfrm>
              <a:off x="1997" y="2125"/>
              <a:ext cx="733" cy="962"/>
            </a:xfrm>
            <a:custGeom>
              <a:avLst/>
              <a:gdLst>
                <a:gd name="T0" fmla="*/ 430 w 474"/>
                <a:gd name="T1" fmla="*/ 181 h 667"/>
                <a:gd name="T2" fmla="*/ 251 w 474"/>
                <a:gd name="T3" fmla="*/ 0 h 667"/>
                <a:gd name="T4" fmla="*/ 0 w 474"/>
                <a:gd name="T5" fmla="*/ 72 h 667"/>
                <a:gd name="T6" fmla="*/ 53 w 474"/>
                <a:gd name="T7" fmla="*/ 85 h 667"/>
                <a:gd name="T8" fmla="*/ 48 w 474"/>
                <a:gd name="T9" fmla="*/ 130 h 667"/>
                <a:gd name="T10" fmla="*/ 46 w 474"/>
                <a:gd name="T11" fmla="*/ 177 h 667"/>
                <a:gd name="T12" fmla="*/ 48 w 474"/>
                <a:gd name="T13" fmla="*/ 213 h 667"/>
                <a:gd name="T14" fmla="*/ 50 w 474"/>
                <a:gd name="T15" fmla="*/ 248 h 667"/>
                <a:gd name="T16" fmla="*/ 55 w 474"/>
                <a:gd name="T17" fmla="*/ 283 h 667"/>
                <a:gd name="T18" fmla="*/ 61 w 474"/>
                <a:gd name="T19" fmla="*/ 317 h 667"/>
                <a:gd name="T20" fmla="*/ 69 w 474"/>
                <a:gd name="T21" fmla="*/ 350 h 667"/>
                <a:gd name="T22" fmla="*/ 79 w 474"/>
                <a:gd name="T23" fmla="*/ 383 h 667"/>
                <a:gd name="T24" fmla="*/ 91 w 474"/>
                <a:gd name="T25" fmla="*/ 416 h 667"/>
                <a:gd name="T26" fmla="*/ 103 w 474"/>
                <a:gd name="T27" fmla="*/ 447 h 667"/>
                <a:gd name="T28" fmla="*/ 133 w 474"/>
                <a:gd name="T29" fmla="*/ 507 h 667"/>
                <a:gd name="T30" fmla="*/ 151 w 474"/>
                <a:gd name="T31" fmla="*/ 536 h 667"/>
                <a:gd name="T32" fmla="*/ 169 w 474"/>
                <a:gd name="T33" fmla="*/ 564 h 667"/>
                <a:gd name="T34" fmla="*/ 210 w 474"/>
                <a:gd name="T35" fmla="*/ 617 h 667"/>
                <a:gd name="T36" fmla="*/ 255 w 474"/>
                <a:gd name="T37" fmla="*/ 666 h 667"/>
                <a:gd name="T38" fmla="*/ 305 w 474"/>
                <a:gd name="T39" fmla="*/ 464 h 667"/>
                <a:gd name="T40" fmla="*/ 473 w 474"/>
                <a:gd name="T41" fmla="*/ 419 h 667"/>
                <a:gd name="T42" fmla="*/ 452 w 474"/>
                <a:gd name="T43" fmla="*/ 394 h 667"/>
                <a:gd name="T44" fmla="*/ 432 w 474"/>
                <a:gd name="T45" fmla="*/ 369 h 667"/>
                <a:gd name="T46" fmla="*/ 416 w 474"/>
                <a:gd name="T47" fmla="*/ 340 h 667"/>
                <a:gd name="T48" fmla="*/ 402 w 474"/>
                <a:gd name="T49" fmla="*/ 309 h 667"/>
                <a:gd name="T50" fmla="*/ 391 w 474"/>
                <a:gd name="T51" fmla="*/ 279 h 667"/>
                <a:gd name="T52" fmla="*/ 382 w 474"/>
                <a:gd name="T53" fmla="*/ 246 h 667"/>
                <a:gd name="T54" fmla="*/ 378 w 474"/>
                <a:gd name="T55" fmla="*/ 212 h 667"/>
                <a:gd name="T56" fmla="*/ 376 w 474"/>
                <a:gd name="T57" fmla="*/ 177 h 667"/>
                <a:gd name="T58" fmla="*/ 376 w 474"/>
                <a:gd name="T59" fmla="*/ 167 h 667"/>
                <a:gd name="T60" fmla="*/ 430 w 474"/>
                <a:gd name="T61" fmla="*/ 18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667">
                  <a:moveTo>
                    <a:pt x="430" y="181"/>
                  </a:moveTo>
                  <a:lnTo>
                    <a:pt x="251" y="0"/>
                  </a:lnTo>
                  <a:lnTo>
                    <a:pt x="0" y="72"/>
                  </a:lnTo>
                  <a:lnTo>
                    <a:pt x="53" y="85"/>
                  </a:lnTo>
                  <a:lnTo>
                    <a:pt x="48" y="130"/>
                  </a:lnTo>
                  <a:lnTo>
                    <a:pt x="46" y="177"/>
                  </a:lnTo>
                  <a:lnTo>
                    <a:pt x="48" y="213"/>
                  </a:lnTo>
                  <a:lnTo>
                    <a:pt x="50" y="248"/>
                  </a:lnTo>
                  <a:lnTo>
                    <a:pt x="55" y="283"/>
                  </a:lnTo>
                  <a:lnTo>
                    <a:pt x="61" y="317"/>
                  </a:lnTo>
                  <a:lnTo>
                    <a:pt x="69" y="350"/>
                  </a:lnTo>
                  <a:lnTo>
                    <a:pt x="79" y="383"/>
                  </a:lnTo>
                  <a:lnTo>
                    <a:pt x="91" y="416"/>
                  </a:lnTo>
                  <a:lnTo>
                    <a:pt x="103" y="447"/>
                  </a:lnTo>
                  <a:lnTo>
                    <a:pt x="133" y="507"/>
                  </a:lnTo>
                  <a:lnTo>
                    <a:pt x="151" y="536"/>
                  </a:lnTo>
                  <a:lnTo>
                    <a:pt x="169" y="564"/>
                  </a:lnTo>
                  <a:lnTo>
                    <a:pt x="210" y="617"/>
                  </a:lnTo>
                  <a:lnTo>
                    <a:pt x="255" y="666"/>
                  </a:lnTo>
                  <a:lnTo>
                    <a:pt x="305" y="464"/>
                  </a:lnTo>
                  <a:lnTo>
                    <a:pt x="473" y="419"/>
                  </a:lnTo>
                  <a:lnTo>
                    <a:pt x="452" y="394"/>
                  </a:lnTo>
                  <a:lnTo>
                    <a:pt x="432" y="369"/>
                  </a:lnTo>
                  <a:lnTo>
                    <a:pt x="416" y="340"/>
                  </a:lnTo>
                  <a:lnTo>
                    <a:pt x="402" y="309"/>
                  </a:lnTo>
                  <a:lnTo>
                    <a:pt x="391" y="279"/>
                  </a:lnTo>
                  <a:lnTo>
                    <a:pt x="382" y="246"/>
                  </a:lnTo>
                  <a:lnTo>
                    <a:pt x="378" y="212"/>
                  </a:lnTo>
                  <a:lnTo>
                    <a:pt x="376" y="177"/>
                  </a:lnTo>
                  <a:lnTo>
                    <a:pt x="376" y="167"/>
                  </a:lnTo>
                  <a:lnTo>
                    <a:pt x="430" y="181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5" name="Freeform 5"/>
            <p:cNvSpPr/>
            <p:nvPr/>
          </p:nvSpPr>
          <p:spPr bwMode="auto">
            <a:xfrm>
              <a:off x="2416" y="2755"/>
              <a:ext cx="991" cy="604"/>
            </a:xfrm>
            <a:custGeom>
              <a:avLst/>
              <a:gdLst>
                <a:gd name="T0" fmla="*/ 307 w 640"/>
                <a:gd name="T1" fmla="*/ 0 h 418"/>
                <a:gd name="T2" fmla="*/ 63 w 640"/>
                <a:gd name="T3" fmla="*/ 64 h 418"/>
                <a:gd name="T4" fmla="*/ 0 w 640"/>
                <a:gd name="T5" fmla="*/ 316 h 418"/>
                <a:gd name="T6" fmla="*/ 40 w 640"/>
                <a:gd name="T7" fmla="*/ 275 h 418"/>
                <a:gd name="T8" fmla="*/ 84 w 640"/>
                <a:gd name="T9" fmla="*/ 307 h 418"/>
                <a:gd name="T10" fmla="*/ 130 w 640"/>
                <a:gd name="T11" fmla="*/ 335 h 418"/>
                <a:gd name="T12" fmla="*/ 180 w 640"/>
                <a:gd name="T13" fmla="*/ 359 h 418"/>
                <a:gd name="T14" fmla="*/ 231 w 640"/>
                <a:gd name="T15" fmla="*/ 379 h 418"/>
                <a:gd name="T16" fmla="*/ 284 w 640"/>
                <a:gd name="T17" fmla="*/ 395 h 418"/>
                <a:gd name="T18" fmla="*/ 339 w 640"/>
                <a:gd name="T19" fmla="*/ 407 h 418"/>
                <a:gd name="T20" fmla="*/ 395 w 640"/>
                <a:gd name="T21" fmla="*/ 414 h 418"/>
                <a:gd name="T22" fmla="*/ 453 w 640"/>
                <a:gd name="T23" fmla="*/ 417 h 418"/>
                <a:gd name="T24" fmla="*/ 501 w 640"/>
                <a:gd name="T25" fmla="*/ 414 h 418"/>
                <a:gd name="T26" fmla="*/ 549 w 640"/>
                <a:gd name="T27" fmla="*/ 411 h 418"/>
                <a:gd name="T28" fmla="*/ 595 w 640"/>
                <a:gd name="T29" fmla="*/ 401 h 418"/>
                <a:gd name="T30" fmla="*/ 639 w 640"/>
                <a:gd name="T31" fmla="*/ 391 h 418"/>
                <a:gd name="T32" fmla="*/ 491 w 640"/>
                <a:gd name="T33" fmla="*/ 248 h 418"/>
                <a:gd name="T34" fmla="*/ 538 w 640"/>
                <a:gd name="T35" fmla="*/ 78 h 418"/>
                <a:gd name="T36" fmla="*/ 497 w 640"/>
                <a:gd name="T37" fmla="*/ 86 h 418"/>
                <a:gd name="T38" fmla="*/ 453 w 640"/>
                <a:gd name="T39" fmla="*/ 88 h 418"/>
                <a:gd name="T40" fmla="*/ 404 w 640"/>
                <a:gd name="T41" fmla="*/ 85 h 418"/>
                <a:gd name="T42" fmla="*/ 380 w 640"/>
                <a:gd name="T43" fmla="*/ 81 h 418"/>
                <a:gd name="T44" fmla="*/ 357 w 640"/>
                <a:gd name="T45" fmla="*/ 75 h 418"/>
                <a:gd name="T46" fmla="*/ 334 w 640"/>
                <a:gd name="T47" fmla="*/ 68 h 418"/>
                <a:gd name="T48" fmla="*/ 313 w 640"/>
                <a:gd name="T49" fmla="*/ 60 h 418"/>
                <a:gd name="T50" fmla="*/ 271 w 640"/>
                <a:gd name="T51" fmla="*/ 38 h 418"/>
                <a:gd name="T52" fmla="*/ 307 w 640"/>
                <a:gd name="T53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40" h="418">
                  <a:moveTo>
                    <a:pt x="307" y="0"/>
                  </a:moveTo>
                  <a:lnTo>
                    <a:pt x="63" y="64"/>
                  </a:lnTo>
                  <a:lnTo>
                    <a:pt x="0" y="316"/>
                  </a:lnTo>
                  <a:lnTo>
                    <a:pt x="40" y="275"/>
                  </a:lnTo>
                  <a:lnTo>
                    <a:pt x="84" y="307"/>
                  </a:lnTo>
                  <a:lnTo>
                    <a:pt x="130" y="335"/>
                  </a:lnTo>
                  <a:lnTo>
                    <a:pt x="180" y="359"/>
                  </a:lnTo>
                  <a:lnTo>
                    <a:pt x="231" y="379"/>
                  </a:lnTo>
                  <a:lnTo>
                    <a:pt x="284" y="395"/>
                  </a:lnTo>
                  <a:lnTo>
                    <a:pt x="339" y="407"/>
                  </a:lnTo>
                  <a:lnTo>
                    <a:pt x="395" y="414"/>
                  </a:lnTo>
                  <a:lnTo>
                    <a:pt x="453" y="417"/>
                  </a:lnTo>
                  <a:lnTo>
                    <a:pt x="501" y="414"/>
                  </a:lnTo>
                  <a:lnTo>
                    <a:pt x="549" y="411"/>
                  </a:lnTo>
                  <a:lnTo>
                    <a:pt x="595" y="401"/>
                  </a:lnTo>
                  <a:lnTo>
                    <a:pt x="639" y="391"/>
                  </a:lnTo>
                  <a:lnTo>
                    <a:pt x="491" y="248"/>
                  </a:lnTo>
                  <a:lnTo>
                    <a:pt x="538" y="78"/>
                  </a:lnTo>
                  <a:lnTo>
                    <a:pt x="497" y="86"/>
                  </a:lnTo>
                  <a:lnTo>
                    <a:pt x="453" y="88"/>
                  </a:lnTo>
                  <a:lnTo>
                    <a:pt x="404" y="85"/>
                  </a:lnTo>
                  <a:lnTo>
                    <a:pt x="380" y="81"/>
                  </a:lnTo>
                  <a:lnTo>
                    <a:pt x="357" y="75"/>
                  </a:lnTo>
                  <a:lnTo>
                    <a:pt x="334" y="68"/>
                  </a:lnTo>
                  <a:lnTo>
                    <a:pt x="313" y="60"/>
                  </a:lnTo>
                  <a:lnTo>
                    <a:pt x="271" y="38"/>
                  </a:lnTo>
                  <a:lnTo>
                    <a:pt x="307" y="0"/>
                  </a:ln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6" name="Freeform 6"/>
            <p:cNvSpPr/>
            <p:nvPr/>
          </p:nvSpPr>
          <p:spPr bwMode="auto">
            <a:xfrm>
              <a:off x="3247" y="2521"/>
              <a:ext cx="890" cy="845"/>
            </a:xfrm>
            <a:custGeom>
              <a:avLst/>
              <a:gdLst>
                <a:gd name="T0" fmla="*/ 67 w 575"/>
                <a:gd name="T1" fmla="*/ 161 h 585"/>
                <a:gd name="T2" fmla="*/ 0 w 575"/>
                <a:gd name="T3" fmla="*/ 404 h 585"/>
                <a:gd name="T4" fmla="*/ 188 w 575"/>
                <a:gd name="T5" fmla="*/ 584 h 585"/>
                <a:gd name="T6" fmla="*/ 172 w 575"/>
                <a:gd name="T7" fmla="*/ 529 h 585"/>
                <a:gd name="T8" fmla="*/ 209 w 575"/>
                <a:gd name="T9" fmla="*/ 513 h 585"/>
                <a:gd name="T10" fmla="*/ 243 w 575"/>
                <a:gd name="T11" fmla="*/ 495 h 585"/>
                <a:gd name="T12" fmla="*/ 278 w 575"/>
                <a:gd name="T13" fmla="*/ 474 h 585"/>
                <a:gd name="T14" fmla="*/ 310 w 575"/>
                <a:gd name="T15" fmla="*/ 452 h 585"/>
                <a:gd name="T16" fmla="*/ 342 w 575"/>
                <a:gd name="T17" fmla="*/ 428 h 585"/>
                <a:gd name="T18" fmla="*/ 371 w 575"/>
                <a:gd name="T19" fmla="*/ 403 h 585"/>
                <a:gd name="T20" fmla="*/ 400 w 575"/>
                <a:gd name="T21" fmla="*/ 375 h 585"/>
                <a:gd name="T22" fmla="*/ 427 w 575"/>
                <a:gd name="T23" fmla="*/ 348 h 585"/>
                <a:gd name="T24" fmla="*/ 452 w 575"/>
                <a:gd name="T25" fmla="*/ 317 h 585"/>
                <a:gd name="T26" fmla="*/ 475 w 575"/>
                <a:gd name="T27" fmla="*/ 285 h 585"/>
                <a:gd name="T28" fmla="*/ 496 w 575"/>
                <a:gd name="T29" fmla="*/ 252 h 585"/>
                <a:gd name="T30" fmla="*/ 516 w 575"/>
                <a:gd name="T31" fmla="*/ 218 h 585"/>
                <a:gd name="T32" fmla="*/ 533 w 575"/>
                <a:gd name="T33" fmla="*/ 183 h 585"/>
                <a:gd name="T34" fmla="*/ 549 w 575"/>
                <a:gd name="T35" fmla="*/ 146 h 585"/>
                <a:gd name="T36" fmla="*/ 563 w 575"/>
                <a:gd name="T37" fmla="*/ 108 h 585"/>
                <a:gd name="T38" fmla="*/ 574 w 575"/>
                <a:gd name="T39" fmla="*/ 70 h 585"/>
                <a:gd name="T40" fmla="*/ 375 w 575"/>
                <a:gd name="T41" fmla="*/ 126 h 585"/>
                <a:gd name="T42" fmla="*/ 250 w 575"/>
                <a:gd name="T43" fmla="*/ 0 h 585"/>
                <a:gd name="T44" fmla="*/ 239 w 575"/>
                <a:gd name="T45" fmla="*/ 33 h 585"/>
                <a:gd name="T46" fmla="*/ 224 w 575"/>
                <a:gd name="T47" fmla="*/ 65 h 585"/>
                <a:gd name="T48" fmla="*/ 206 w 575"/>
                <a:gd name="T49" fmla="*/ 94 h 585"/>
                <a:gd name="T50" fmla="*/ 185 w 575"/>
                <a:gd name="T51" fmla="*/ 122 h 585"/>
                <a:gd name="T52" fmla="*/ 163 w 575"/>
                <a:gd name="T53" fmla="*/ 147 h 585"/>
                <a:gd name="T54" fmla="*/ 137 w 575"/>
                <a:gd name="T55" fmla="*/ 171 h 585"/>
                <a:gd name="T56" fmla="*/ 110 w 575"/>
                <a:gd name="T57" fmla="*/ 191 h 585"/>
                <a:gd name="T58" fmla="*/ 81 w 575"/>
                <a:gd name="T59" fmla="*/ 209 h 585"/>
                <a:gd name="T60" fmla="*/ 67 w 575"/>
                <a:gd name="T61" fmla="*/ 16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5" h="585">
                  <a:moveTo>
                    <a:pt x="67" y="161"/>
                  </a:moveTo>
                  <a:lnTo>
                    <a:pt x="0" y="404"/>
                  </a:lnTo>
                  <a:lnTo>
                    <a:pt x="188" y="584"/>
                  </a:lnTo>
                  <a:lnTo>
                    <a:pt x="172" y="529"/>
                  </a:lnTo>
                  <a:lnTo>
                    <a:pt x="209" y="513"/>
                  </a:lnTo>
                  <a:lnTo>
                    <a:pt x="243" y="495"/>
                  </a:lnTo>
                  <a:lnTo>
                    <a:pt x="278" y="474"/>
                  </a:lnTo>
                  <a:lnTo>
                    <a:pt x="310" y="452"/>
                  </a:lnTo>
                  <a:lnTo>
                    <a:pt x="342" y="428"/>
                  </a:lnTo>
                  <a:lnTo>
                    <a:pt x="371" y="403"/>
                  </a:lnTo>
                  <a:lnTo>
                    <a:pt x="400" y="375"/>
                  </a:lnTo>
                  <a:lnTo>
                    <a:pt x="427" y="348"/>
                  </a:lnTo>
                  <a:lnTo>
                    <a:pt x="452" y="317"/>
                  </a:lnTo>
                  <a:lnTo>
                    <a:pt x="475" y="285"/>
                  </a:lnTo>
                  <a:lnTo>
                    <a:pt x="496" y="252"/>
                  </a:lnTo>
                  <a:lnTo>
                    <a:pt x="516" y="218"/>
                  </a:lnTo>
                  <a:lnTo>
                    <a:pt x="533" y="183"/>
                  </a:lnTo>
                  <a:lnTo>
                    <a:pt x="549" y="146"/>
                  </a:lnTo>
                  <a:lnTo>
                    <a:pt x="563" y="108"/>
                  </a:lnTo>
                  <a:lnTo>
                    <a:pt x="574" y="70"/>
                  </a:lnTo>
                  <a:lnTo>
                    <a:pt x="375" y="126"/>
                  </a:lnTo>
                  <a:lnTo>
                    <a:pt x="250" y="0"/>
                  </a:lnTo>
                  <a:lnTo>
                    <a:pt x="239" y="33"/>
                  </a:lnTo>
                  <a:lnTo>
                    <a:pt x="224" y="65"/>
                  </a:lnTo>
                  <a:lnTo>
                    <a:pt x="206" y="94"/>
                  </a:lnTo>
                  <a:lnTo>
                    <a:pt x="185" y="122"/>
                  </a:lnTo>
                  <a:lnTo>
                    <a:pt x="163" y="147"/>
                  </a:lnTo>
                  <a:lnTo>
                    <a:pt x="137" y="171"/>
                  </a:lnTo>
                  <a:lnTo>
                    <a:pt x="110" y="191"/>
                  </a:lnTo>
                  <a:lnTo>
                    <a:pt x="81" y="209"/>
                  </a:lnTo>
                  <a:lnTo>
                    <a:pt x="67" y="161"/>
                  </a:ln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Freeform 7"/>
            <p:cNvSpPr/>
            <p:nvPr/>
          </p:nvSpPr>
          <p:spPr bwMode="auto">
            <a:xfrm>
              <a:off x="3510" y="1683"/>
              <a:ext cx="732" cy="961"/>
            </a:xfrm>
            <a:custGeom>
              <a:avLst/>
              <a:gdLst>
                <a:gd name="T0" fmla="*/ 44 w 473"/>
                <a:gd name="T1" fmla="*/ 484 h 666"/>
                <a:gd name="T2" fmla="*/ 223 w 473"/>
                <a:gd name="T3" fmla="*/ 665 h 666"/>
                <a:gd name="T4" fmla="*/ 472 w 473"/>
                <a:gd name="T5" fmla="*/ 593 h 666"/>
                <a:gd name="T6" fmla="*/ 417 w 473"/>
                <a:gd name="T7" fmla="*/ 578 h 666"/>
                <a:gd name="T8" fmla="*/ 422 w 473"/>
                <a:gd name="T9" fmla="*/ 531 h 666"/>
                <a:gd name="T10" fmla="*/ 424 w 473"/>
                <a:gd name="T11" fmla="*/ 483 h 666"/>
                <a:gd name="T12" fmla="*/ 420 w 473"/>
                <a:gd name="T13" fmla="*/ 413 h 666"/>
                <a:gd name="T14" fmla="*/ 409 w 473"/>
                <a:gd name="T15" fmla="*/ 345 h 666"/>
                <a:gd name="T16" fmla="*/ 392 w 473"/>
                <a:gd name="T17" fmla="*/ 279 h 666"/>
                <a:gd name="T18" fmla="*/ 369 w 473"/>
                <a:gd name="T19" fmla="*/ 217 h 666"/>
                <a:gd name="T20" fmla="*/ 355 w 473"/>
                <a:gd name="T21" fmla="*/ 186 h 666"/>
                <a:gd name="T22" fmla="*/ 339 w 473"/>
                <a:gd name="T23" fmla="*/ 157 h 666"/>
                <a:gd name="T24" fmla="*/ 323 w 473"/>
                <a:gd name="T25" fmla="*/ 127 h 666"/>
                <a:gd name="T26" fmla="*/ 305 w 473"/>
                <a:gd name="T27" fmla="*/ 101 h 666"/>
                <a:gd name="T28" fmla="*/ 285 w 473"/>
                <a:gd name="T29" fmla="*/ 74 h 666"/>
                <a:gd name="T30" fmla="*/ 264 w 473"/>
                <a:gd name="T31" fmla="*/ 48 h 666"/>
                <a:gd name="T32" fmla="*/ 219 w 473"/>
                <a:gd name="T33" fmla="*/ 0 h 666"/>
                <a:gd name="T34" fmla="*/ 169 w 473"/>
                <a:gd name="T35" fmla="*/ 202 h 666"/>
                <a:gd name="T36" fmla="*/ 0 w 473"/>
                <a:gd name="T37" fmla="*/ 245 h 666"/>
                <a:gd name="T38" fmla="*/ 20 w 473"/>
                <a:gd name="T39" fmla="*/ 270 h 666"/>
                <a:gd name="T40" fmla="*/ 39 w 473"/>
                <a:gd name="T41" fmla="*/ 296 h 666"/>
                <a:gd name="T42" fmla="*/ 55 w 473"/>
                <a:gd name="T43" fmla="*/ 324 h 666"/>
                <a:gd name="T44" fmla="*/ 69 w 473"/>
                <a:gd name="T45" fmla="*/ 353 h 666"/>
                <a:gd name="T46" fmla="*/ 79 w 473"/>
                <a:gd name="T47" fmla="*/ 384 h 666"/>
                <a:gd name="T48" fmla="*/ 88 w 473"/>
                <a:gd name="T49" fmla="*/ 416 h 666"/>
                <a:gd name="T50" fmla="*/ 92 w 473"/>
                <a:gd name="T51" fmla="*/ 449 h 666"/>
                <a:gd name="T52" fmla="*/ 94 w 473"/>
                <a:gd name="T53" fmla="*/ 483 h 666"/>
                <a:gd name="T54" fmla="*/ 93 w 473"/>
                <a:gd name="T55" fmla="*/ 496 h 666"/>
                <a:gd name="T56" fmla="*/ 44 w 473"/>
                <a:gd name="T57" fmla="*/ 484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73" h="666">
                  <a:moveTo>
                    <a:pt x="44" y="484"/>
                  </a:moveTo>
                  <a:lnTo>
                    <a:pt x="223" y="665"/>
                  </a:lnTo>
                  <a:lnTo>
                    <a:pt x="472" y="593"/>
                  </a:lnTo>
                  <a:lnTo>
                    <a:pt x="417" y="578"/>
                  </a:lnTo>
                  <a:lnTo>
                    <a:pt x="422" y="531"/>
                  </a:lnTo>
                  <a:lnTo>
                    <a:pt x="424" y="483"/>
                  </a:lnTo>
                  <a:lnTo>
                    <a:pt x="420" y="413"/>
                  </a:lnTo>
                  <a:lnTo>
                    <a:pt x="409" y="345"/>
                  </a:lnTo>
                  <a:lnTo>
                    <a:pt x="392" y="279"/>
                  </a:lnTo>
                  <a:lnTo>
                    <a:pt x="369" y="217"/>
                  </a:lnTo>
                  <a:lnTo>
                    <a:pt x="355" y="186"/>
                  </a:lnTo>
                  <a:lnTo>
                    <a:pt x="339" y="157"/>
                  </a:lnTo>
                  <a:lnTo>
                    <a:pt x="323" y="127"/>
                  </a:lnTo>
                  <a:lnTo>
                    <a:pt x="305" y="101"/>
                  </a:lnTo>
                  <a:lnTo>
                    <a:pt x="285" y="74"/>
                  </a:lnTo>
                  <a:lnTo>
                    <a:pt x="264" y="48"/>
                  </a:lnTo>
                  <a:lnTo>
                    <a:pt x="219" y="0"/>
                  </a:lnTo>
                  <a:lnTo>
                    <a:pt x="169" y="202"/>
                  </a:lnTo>
                  <a:lnTo>
                    <a:pt x="0" y="245"/>
                  </a:lnTo>
                  <a:lnTo>
                    <a:pt x="20" y="270"/>
                  </a:lnTo>
                  <a:lnTo>
                    <a:pt x="39" y="296"/>
                  </a:lnTo>
                  <a:lnTo>
                    <a:pt x="55" y="324"/>
                  </a:lnTo>
                  <a:lnTo>
                    <a:pt x="69" y="353"/>
                  </a:lnTo>
                  <a:lnTo>
                    <a:pt x="79" y="384"/>
                  </a:lnTo>
                  <a:lnTo>
                    <a:pt x="88" y="416"/>
                  </a:lnTo>
                  <a:lnTo>
                    <a:pt x="92" y="449"/>
                  </a:lnTo>
                  <a:lnTo>
                    <a:pt x="94" y="483"/>
                  </a:lnTo>
                  <a:lnTo>
                    <a:pt x="93" y="496"/>
                  </a:lnTo>
                  <a:lnTo>
                    <a:pt x="44" y="484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2830" y="1404"/>
              <a:ext cx="997" cy="609"/>
            </a:xfrm>
            <a:custGeom>
              <a:avLst/>
              <a:gdLst>
                <a:gd name="T0" fmla="*/ 335 w 645"/>
                <a:gd name="T1" fmla="*/ 421 h 422"/>
                <a:gd name="T2" fmla="*/ 580 w 645"/>
                <a:gd name="T3" fmla="*/ 358 h 422"/>
                <a:gd name="T4" fmla="*/ 644 w 645"/>
                <a:gd name="T5" fmla="*/ 105 h 422"/>
                <a:gd name="T6" fmla="*/ 604 w 645"/>
                <a:gd name="T7" fmla="*/ 145 h 422"/>
                <a:gd name="T8" fmla="*/ 559 w 645"/>
                <a:gd name="T9" fmla="*/ 113 h 422"/>
                <a:gd name="T10" fmla="*/ 512 w 645"/>
                <a:gd name="T11" fmla="*/ 85 h 422"/>
                <a:gd name="T12" fmla="*/ 463 w 645"/>
                <a:gd name="T13" fmla="*/ 59 h 422"/>
                <a:gd name="T14" fmla="*/ 411 w 645"/>
                <a:gd name="T15" fmla="*/ 39 h 422"/>
                <a:gd name="T16" fmla="*/ 357 w 645"/>
                <a:gd name="T17" fmla="*/ 21 h 422"/>
                <a:gd name="T18" fmla="*/ 302 w 645"/>
                <a:gd name="T19" fmla="*/ 9 h 422"/>
                <a:gd name="T20" fmla="*/ 244 w 645"/>
                <a:gd name="T21" fmla="*/ 2 h 422"/>
                <a:gd name="T22" fmla="*/ 186 w 645"/>
                <a:gd name="T23" fmla="*/ 0 h 422"/>
                <a:gd name="T24" fmla="*/ 138 w 645"/>
                <a:gd name="T25" fmla="*/ 2 h 422"/>
                <a:gd name="T26" fmla="*/ 91 w 645"/>
                <a:gd name="T27" fmla="*/ 6 h 422"/>
                <a:gd name="T28" fmla="*/ 45 w 645"/>
                <a:gd name="T29" fmla="*/ 15 h 422"/>
                <a:gd name="T30" fmla="*/ 0 w 645"/>
                <a:gd name="T31" fmla="*/ 26 h 422"/>
                <a:gd name="T32" fmla="*/ 152 w 645"/>
                <a:gd name="T33" fmla="*/ 173 h 422"/>
                <a:gd name="T34" fmla="*/ 107 w 645"/>
                <a:gd name="T35" fmla="*/ 336 h 422"/>
                <a:gd name="T36" fmla="*/ 146 w 645"/>
                <a:gd name="T37" fmla="*/ 330 h 422"/>
                <a:gd name="T38" fmla="*/ 186 w 645"/>
                <a:gd name="T39" fmla="*/ 328 h 422"/>
                <a:gd name="T40" fmla="*/ 237 w 645"/>
                <a:gd name="T41" fmla="*/ 331 h 422"/>
                <a:gd name="T42" fmla="*/ 285 w 645"/>
                <a:gd name="T43" fmla="*/ 342 h 422"/>
                <a:gd name="T44" fmla="*/ 330 w 645"/>
                <a:gd name="T45" fmla="*/ 359 h 422"/>
                <a:gd name="T46" fmla="*/ 373 w 645"/>
                <a:gd name="T47" fmla="*/ 382 h 422"/>
                <a:gd name="T48" fmla="*/ 335 w 645"/>
                <a:gd name="T4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5" h="422">
                  <a:moveTo>
                    <a:pt x="335" y="421"/>
                  </a:moveTo>
                  <a:lnTo>
                    <a:pt x="580" y="358"/>
                  </a:lnTo>
                  <a:lnTo>
                    <a:pt x="644" y="105"/>
                  </a:lnTo>
                  <a:lnTo>
                    <a:pt x="604" y="145"/>
                  </a:lnTo>
                  <a:lnTo>
                    <a:pt x="559" y="113"/>
                  </a:lnTo>
                  <a:lnTo>
                    <a:pt x="512" y="85"/>
                  </a:lnTo>
                  <a:lnTo>
                    <a:pt x="463" y="59"/>
                  </a:lnTo>
                  <a:lnTo>
                    <a:pt x="411" y="39"/>
                  </a:lnTo>
                  <a:lnTo>
                    <a:pt x="357" y="21"/>
                  </a:lnTo>
                  <a:lnTo>
                    <a:pt x="302" y="9"/>
                  </a:lnTo>
                  <a:lnTo>
                    <a:pt x="244" y="2"/>
                  </a:lnTo>
                  <a:lnTo>
                    <a:pt x="186" y="0"/>
                  </a:lnTo>
                  <a:lnTo>
                    <a:pt x="138" y="2"/>
                  </a:lnTo>
                  <a:lnTo>
                    <a:pt x="91" y="6"/>
                  </a:lnTo>
                  <a:lnTo>
                    <a:pt x="45" y="15"/>
                  </a:lnTo>
                  <a:lnTo>
                    <a:pt x="0" y="26"/>
                  </a:lnTo>
                  <a:lnTo>
                    <a:pt x="152" y="173"/>
                  </a:lnTo>
                  <a:lnTo>
                    <a:pt x="107" y="336"/>
                  </a:lnTo>
                  <a:lnTo>
                    <a:pt x="146" y="330"/>
                  </a:lnTo>
                  <a:lnTo>
                    <a:pt x="186" y="328"/>
                  </a:lnTo>
                  <a:lnTo>
                    <a:pt x="237" y="331"/>
                  </a:lnTo>
                  <a:lnTo>
                    <a:pt x="285" y="342"/>
                  </a:lnTo>
                  <a:lnTo>
                    <a:pt x="330" y="359"/>
                  </a:lnTo>
                  <a:lnTo>
                    <a:pt x="373" y="382"/>
                  </a:lnTo>
                  <a:lnTo>
                    <a:pt x="335" y="421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9" name="Freeform 9"/>
            <p:cNvSpPr/>
            <p:nvPr/>
          </p:nvSpPr>
          <p:spPr bwMode="auto">
            <a:xfrm>
              <a:off x="2099" y="1398"/>
              <a:ext cx="895" cy="841"/>
            </a:xfrm>
            <a:custGeom>
              <a:avLst/>
              <a:gdLst>
                <a:gd name="T0" fmla="*/ 510 w 578"/>
                <a:gd name="T1" fmla="*/ 426 h 582"/>
                <a:gd name="T2" fmla="*/ 577 w 578"/>
                <a:gd name="T3" fmla="*/ 182 h 582"/>
                <a:gd name="T4" fmla="*/ 390 w 578"/>
                <a:gd name="T5" fmla="*/ 0 h 582"/>
                <a:gd name="T6" fmla="*/ 405 w 578"/>
                <a:gd name="T7" fmla="*/ 52 h 582"/>
                <a:gd name="T8" fmla="*/ 368 w 578"/>
                <a:gd name="T9" fmla="*/ 68 h 582"/>
                <a:gd name="T10" fmla="*/ 332 w 578"/>
                <a:gd name="T11" fmla="*/ 86 h 582"/>
                <a:gd name="T12" fmla="*/ 265 w 578"/>
                <a:gd name="T13" fmla="*/ 129 h 582"/>
                <a:gd name="T14" fmla="*/ 233 w 578"/>
                <a:gd name="T15" fmla="*/ 153 h 582"/>
                <a:gd name="T16" fmla="*/ 203 w 578"/>
                <a:gd name="T17" fmla="*/ 179 h 582"/>
                <a:gd name="T18" fmla="*/ 174 w 578"/>
                <a:gd name="T19" fmla="*/ 207 h 582"/>
                <a:gd name="T20" fmla="*/ 147 w 578"/>
                <a:gd name="T21" fmla="*/ 235 h 582"/>
                <a:gd name="T22" fmla="*/ 122 w 578"/>
                <a:gd name="T23" fmla="*/ 266 h 582"/>
                <a:gd name="T24" fmla="*/ 99 w 578"/>
                <a:gd name="T25" fmla="*/ 298 h 582"/>
                <a:gd name="T26" fmla="*/ 77 w 578"/>
                <a:gd name="T27" fmla="*/ 332 h 582"/>
                <a:gd name="T28" fmla="*/ 57 w 578"/>
                <a:gd name="T29" fmla="*/ 367 h 582"/>
                <a:gd name="T30" fmla="*/ 41 w 578"/>
                <a:gd name="T31" fmla="*/ 403 h 582"/>
                <a:gd name="T32" fmla="*/ 25 w 578"/>
                <a:gd name="T33" fmla="*/ 440 h 582"/>
                <a:gd name="T34" fmla="*/ 0 w 578"/>
                <a:gd name="T35" fmla="*/ 518 h 582"/>
                <a:gd name="T36" fmla="*/ 204 w 578"/>
                <a:gd name="T37" fmla="*/ 459 h 582"/>
                <a:gd name="T38" fmla="*/ 324 w 578"/>
                <a:gd name="T39" fmla="*/ 581 h 582"/>
                <a:gd name="T40" fmla="*/ 336 w 578"/>
                <a:gd name="T41" fmla="*/ 548 h 582"/>
                <a:gd name="T42" fmla="*/ 350 w 578"/>
                <a:gd name="T43" fmla="*/ 516 h 582"/>
                <a:gd name="T44" fmla="*/ 369 w 578"/>
                <a:gd name="T45" fmla="*/ 486 h 582"/>
                <a:gd name="T46" fmla="*/ 389 w 578"/>
                <a:gd name="T47" fmla="*/ 458 h 582"/>
                <a:gd name="T48" fmla="*/ 412 w 578"/>
                <a:gd name="T49" fmla="*/ 433 h 582"/>
                <a:gd name="T50" fmla="*/ 438 w 578"/>
                <a:gd name="T51" fmla="*/ 409 h 582"/>
                <a:gd name="T52" fmla="*/ 465 w 578"/>
                <a:gd name="T53" fmla="*/ 389 h 582"/>
                <a:gd name="T54" fmla="*/ 495 w 578"/>
                <a:gd name="T55" fmla="*/ 372 h 582"/>
                <a:gd name="T56" fmla="*/ 510 w 578"/>
                <a:gd name="T57" fmla="*/ 426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78" h="582">
                  <a:moveTo>
                    <a:pt x="510" y="426"/>
                  </a:moveTo>
                  <a:lnTo>
                    <a:pt x="577" y="182"/>
                  </a:lnTo>
                  <a:lnTo>
                    <a:pt x="390" y="0"/>
                  </a:lnTo>
                  <a:lnTo>
                    <a:pt x="405" y="52"/>
                  </a:lnTo>
                  <a:lnTo>
                    <a:pt x="368" y="68"/>
                  </a:lnTo>
                  <a:lnTo>
                    <a:pt x="332" y="86"/>
                  </a:lnTo>
                  <a:lnTo>
                    <a:pt x="265" y="129"/>
                  </a:lnTo>
                  <a:lnTo>
                    <a:pt x="233" y="153"/>
                  </a:lnTo>
                  <a:lnTo>
                    <a:pt x="203" y="179"/>
                  </a:lnTo>
                  <a:lnTo>
                    <a:pt x="174" y="207"/>
                  </a:lnTo>
                  <a:lnTo>
                    <a:pt x="147" y="235"/>
                  </a:lnTo>
                  <a:lnTo>
                    <a:pt x="122" y="266"/>
                  </a:lnTo>
                  <a:lnTo>
                    <a:pt x="99" y="298"/>
                  </a:lnTo>
                  <a:lnTo>
                    <a:pt x="77" y="332"/>
                  </a:lnTo>
                  <a:lnTo>
                    <a:pt x="57" y="367"/>
                  </a:lnTo>
                  <a:lnTo>
                    <a:pt x="41" y="403"/>
                  </a:lnTo>
                  <a:lnTo>
                    <a:pt x="25" y="440"/>
                  </a:lnTo>
                  <a:lnTo>
                    <a:pt x="0" y="518"/>
                  </a:lnTo>
                  <a:lnTo>
                    <a:pt x="204" y="459"/>
                  </a:lnTo>
                  <a:lnTo>
                    <a:pt x="324" y="581"/>
                  </a:lnTo>
                  <a:lnTo>
                    <a:pt x="336" y="548"/>
                  </a:lnTo>
                  <a:lnTo>
                    <a:pt x="350" y="516"/>
                  </a:lnTo>
                  <a:lnTo>
                    <a:pt x="369" y="486"/>
                  </a:lnTo>
                  <a:lnTo>
                    <a:pt x="389" y="458"/>
                  </a:lnTo>
                  <a:lnTo>
                    <a:pt x="412" y="433"/>
                  </a:lnTo>
                  <a:lnTo>
                    <a:pt x="438" y="409"/>
                  </a:lnTo>
                  <a:lnTo>
                    <a:pt x="465" y="389"/>
                  </a:lnTo>
                  <a:lnTo>
                    <a:pt x="495" y="372"/>
                  </a:lnTo>
                  <a:lnTo>
                    <a:pt x="510" y="426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2384705" y="2762597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双色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2384705" y="3416601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三色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2384705" y="4045129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四色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2384705" y="4699861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五色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2384705" y="5365568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六色</a:t>
            </a:r>
          </a:p>
        </p:txBody>
      </p:sp>
    </p:spTree>
    <p:extLst>
      <p:ext uri="{BB962C8B-B14F-4D97-AF65-F5344CB8AC3E}">
        <p14:creationId xmlns:p14="http://schemas.microsoft.com/office/powerpoint/2010/main" val="264299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400" b="1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843709-85E7-1B17-D907-415455C27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51C588-2242-825D-57B2-BF469DF0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8A3A49-463E-B10E-5F91-9ECB54212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2411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">
  <a:themeElements>
    <a:clrScheme name="和德配色方案">
      <a:dk1>
        <a:srgbClr val="404040"/>
      </a:dk1>
      <a:lt1>
        <a:srgbClr val="FFFFFF"/>
      </a:lt1>
      <a:dk2>
        <a:srgbClr val="AE0B2A"/>
      </a:dk2>
      <a:lt2>
        <a:srgbClr val="FFFFFF"/>
      </a:lt2>
      <a:accent1>
        <a:srgbClr val="AE0B2A"/>
      </a:accent1>
      <a:accent2>
        <a:srgbClr val="F34768"/>
      </a:accent2>
      <a:accent3>
        <a:srgbClr val="F7849A"/>
      </a:accent3>
      <a:accent4>
        <a:srgbClr val="FBC1CC"/>
      </a:accent4>
      <a:accent5>
        <a:srgbClr val="BA650C"/>
      </a:accent5>
      <a:accent6>
        <a:srgbClr val="095889"/>
      </a:accent6>
      <a:hlink>
        <a:srgbClr val="0070C0"/>
      </a:hlink>
      <a:folHlink>
        <a:srgbClr val="404040"/>
      </a:folHlink>
    </a:clrScheme>
    <a:fontScheme name="模板字体">
      <a:majorFont>
        <a:latin typeface="思源黑体 CN Medium"/>
        <a:ea typeface="思源黑体 CN Medium"/>
        <a:cs typeface=""/>
      </a:majorFont>
      <a:minorFont>
        <a:latin typeface="思源黑体 CN Regular"/>
        <a:ea typeface="思源黑体 CN Regular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19050">
          <a:noFill/>
          <a:prstDash val="solid"/>
        </a:ln>
      </a:spPr>
      <a:bodyPr spcFirstLastPara="0" vert="horz" wrap="square" lIns="144000" tIns="72000" rIns="144000" bIns="72000" numCol="1" spcCol="1270" rtlCol="0" anchor="ctr" anchorCtr="1">
        <a:noAutofit/>
      </a:bodyPr>
      <a:lstStyle>
        <a:defPPr algn="ctr">
          <a:lnSpc>
            <a:spcPct val="120000"/>
          </a:lnSpc>
          <a:defRPr kumimoji="1" sz="1400" b="1" dirty="0">
            <a:solidFill>
              <a:schemeClr val="accent5"/>
            </a:solidFill>
            <a:latin typeface="+mn-ea"/>
          </a:defRPr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dirty="0">
            <a:latin typeface="思源黑体 CN Regular" panose="020B0500000000000000" pitchFamily="34" charset="-122"/>
            <a:ea typeface="思源黑体 CN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DocSecurity>0</DocSecurity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黑体</vt:lpstr>
      <vt:lpstr>华文楷体</vt:lpstr>
      <vt:lpstr>楷体</vt:lpstr>
      <vt:lpstr>思源黑体 CN Bold</vt:lpstr>
      <vt:lpstr>思源黑体 CN Heavy</vt:lpstr>
      <vt:lpstr>思源黑体 CN Regular</vt:lpstr>
      <vt:lpstr>微软雅黑</vt:lpstr>
      <vt:lpstr>Arial</vt:lpstr>
      <vt:lpstr>Calibri</vt:lpstr>
      <vt:lpstr>Times New Roman</vt:lpstr>
      <vt:lpstr>Wingdings</vt:lpstr>
      <vt:lpstr>1_Office 主题</vt:lpstr>
      <vt:lpstr>think-cell 幻灯片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Ziqi Zhou</cp:lastModifiedBy>
  <cp:revision>1</cp:revision>
  <dcterms:created xsi:type="dcterms:W3CDTF">2026-06-12T02:19:25Z</dcterms:created>
  <dcterms:modified xsi:type="dcterms:W3CDTF">2026-06-12T02:28:21Z</dcterms:modified>
</cp:coreProperties>
</file>